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8" r:id="rId3"/>
    <p:sldId id="266" r:id="rId4"/>
    <p:sldId id="267" r:id="rId5"/>
    <p:sldId id="271" r:id="rId6"/>
    <p:sldId id="292" r:id="rId7"/>
    <p:sldId id="289" r:id="rId8"/>
    <p:sldId id="293" r:id="rId9"/>
    <p:sldId id="294" r:id="rId10"/>
    <p:sldId id="276" r:id="rId11"/>
    <p:sldId id="288" r:id="rId12"/>
    <p:sldId id="277" r:id="rId13"/>
    <p:sldId id="287" r:id="rId14"/>
    <p:sldId id="295" r:id="rId15"/>
    <p:sldId id="280" r:id="rId16"/>
    <p:sldId id="285" r:id="rId17"/>
    <p:sldId id="283" r:id="rId18"/>
    <p:sldId id="284" r:id="rId19"/>
    <p:sldId id="264" r:id="rId20"/>
    <p:sldId id="265"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911"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5" d="100"/>
          <a:sy n="65" d="100"/>
        </p:scale>
        <p:origin x="864" y="66"/>
      </p:cViewPr>
      <p:guideLst>
        <p:guide orient="horz" pos="2911"/>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latha Kogara" userId="b4fd8c4ee123bd75" providerId="LiveId" clId="{617B7BED-5C5A-4487-AB43-1021AE33C19F}"/>
    <pc:docChg chg="undo custSel modSld">
      <pc:chgData name="Sreelatha Kogara" userId="b4fd8c4ee123bd75" providerId="LiveId" clId="{617B7BED-5C5A-4487-AB43-1021AE33C19F}" dt="2026-02-11T10:00:22.219" v="125" actId="1076"/>
      <pc:docMkLst>
        <pc:docMk/>
      </pc:docMkLst>
      <pc:sldChg chg="modSp mod">
        <pc:chgData name="Sreelatha Kogara" userId="b4fd8c4ee123bd75" providerId="LiveId" clId="{617B7BED-5C5A-4487-AB43-1021AE33C19F}" dt="2026-01-31T08:12:21.712" v="88" actId="122"/>
        <pc:sldMkLst>
          <pc:docMk/>
          <pc:sldMk cId="0" sldId="256"/>
        </pc:sldMkLst>
        <pc:spChg chg="mod">
          <ac:chgData name="Sreelatha Kogara" userId="b4fd8c4ee123bd75" providerId="LiveId" clId="{617B7BED-5C5A-4487-AB43-1021AE33C19F}" dt="2026-01-31T08:12:21.712" v="88" actId="122"/>
          <ac:spMkLst>
            <pc:docMk/>
            <pc:sldMk cId="0" sldId="256"/>
            <ac:spMk id="9" creationId="{00000000-0000-0000-0000-000000000000}"/>
          </ac:spMkLst>
        </pc:spChg>
        <pc:spChg chg="mod">
          <ac:chgData name="Sreelatha Kogara" userId="b4fd8c4ee123bd75" providerId="LiveId" clId="{617B7BED-5C5A-4487-AB43-1021AE33C19F}" dt="2026-01-31T08:12:05.418" v="85" actId="1076"/>
          <ac:spMkLst>
            <pc:docMk/>
            <pc:sldMk cId="0" sldId="256"/>
            <ac:spMk id="10" creationId="{00000000-0000-0000-0000-000000000000}"/>
          </ac:spMkLst>
        </pc:spChg>
        <pc:spChg chg="mod">
          <ac:chgData name="Sreelatha Kogara" userId="b4fd8c4ee123bd75" providerId="LiveId" clId="{617B7BED-5C5A-4487-AB43-1021AE33C19F}" dt="2026-01-31T02:47:48.067" v="0" actId="20577"/>
          <ac:spMkLst>
            <pc:docMk/>
            <pc:sldMk cId="0" sldId="256"/>
            <ac:spMk id="14" creationId="{00000000-0000-0000-0000-000000000000}"/>
          </ac:spMkLst>
        </pc:spChg>
      </pc:sldChg>
      <pc:sldChg chg="addSp modSp">
        <pc:chgData name="Sreelatha Kogara" userId="b4fd8c4ee123bd75" providerId="LiveId" clId="{617B7BED-5C5A-4487-AB43-1021AE33C19F}" dt="2026-01-31T08:12:51.376" v="89"/>
        <pc:sldMkLst>
          <pc:docMk/>
          <pc:sldMk cId="0" sldId="258"/>
        </pc:sldMkLst>
        <pc:spChg chg="add mod">
          <ac:chgData name="Sreelatha Kogara" userId="b4fd8c4ee123bd75" providerId="LiveId" clId="{617B7BED-5C5A-4487-AB43-1021AE33C19F}" dt="2026-01-31T08:12:51.376" v="89"/>
          <ac:spMkLst>
            <pc:docMk/>
            <pc:sldMk cId="0" sldId="258"/>
            <ac:spMk id="12" creationId="{EA9FCE9C-CADA-4AF6-A055-77AE2D3C8DC5}"/>
          </ac:spMkLst>
        </pc:spChg>
      </pc:sldChg>
      <pc:sldChg chg="addSp modSp">
        <pc:chgData name="Sreelatha Kogara" userId="b4fd8c4ee123bd75" providerId="LiveId" clId="{617B7BED-5C5A-4487-AB43-1021AE33C19F}" dt="2026-01-31T08:13:42.759" v="92"/>
        <pc:sldMkLst>
          <pc:docMk/>
          <pc:sldMk cId="0" sldId="262"/>
        </pc:sldMkLst>
        <pc:spChg chg="add mod">
          <ac:chgData name="Sreelatha Kogara" userId="b4fd8c4ee123bd75" providerId="LiveId" clId="{617B7BED-5C5A-4487-AB43-1021AE33C19F}" dt="2026-01-31T08:13:42.759" v="92"/>
          <ac:spMkLst>
            <pc:docMk/>
            <pc:sldMk cId="0" sldId="262"/>
            <ac:spMk id="16" creationId="{77695CE9-6CC6-456C-BB22-AAFDEDA9E15C}"/>
          </ac:spMkLst>
        </pc:spChg>
      </pc:sldChg>
      <pc:sldChg chg="addSp modSp">
        <pc:chgData name="Sreelatha Kogara" userId="b4fd8c4ee123bd75" providerId="LiveId" clId="{617B7BED-5C5A-4487-AB43-1021AE33C19F}" dt="2026-01-31T08:14:53.855" v="109"/>
        <pc:sldMkLst>
          <pc:docMk/>
          <pc:sldMk cId="0" sldId="263"/>
        </pc:sldMkLst>
        <pc:spChg chg="add mod">
          <ac:chgData name="Sreelatha Kogara" userId="b4fd8c4ee123bd75" providerId="LiveId" clId="{617B7BED-5C5A-4487-AB43-1021AE33C19F}" dt="2026-01-31T08:14:53.855" v="109"/>
          <ac:spMkLst>
            <pc:docMk/>
            <pc:sldMk cId="0" sldId="263"/>
            <ac:spMk id="12" creationId="{2D202DAC-D606-4906-BA2F-0E91C626C58E}"/>
          </ac:spMkLst>
        </pc:spChg>
      </pc:sldChg>
      <pc:sldChg chg="addSp modSp">
        <pc:chgData name="Sreelatha Kogara" userId="b4fd8c4ee123bd75" providerId="LiveId" clId="{617B7BED-5C5A-4487-AB43-1021AE33C19F}" dt="2026-01-31T08:15:30.015" v="117"/>
        <pc:sldMkLst>
          <pc:docMk/>
          <pc:sldMk cId="0" sldId="264"/>
        </pc:sldMkLst>
        <pc:spChg chg="add mod">
          <ac:chgData name="Sreelatha Kogara" userId="b4fd8c4ee123bd75" providerId="LiveId" clId="{617B7BED-5C5A-4487-AB43-1021AE33C19F}" dt="2026-01-31T08:15:30.015" v="117"/>
          <ac:spMkLst>
            <pc:docMk/>
            <pc:sldMk cId="0" sldId="264"/>
            <ac:spMk id="10" creationId="{7B2FA227-C9B7-4E96-8D70-2CFB2BC275B6}"/>
          </ac:spMkLst>
        </pc:spChg>
      </pc:sldChg>
      <pc:sldChg chg="addSp delSp modSp mod">
        <pc:chgData name="Sreelatha Kogara" userId="b4fd8c4ee123bd75" providerId="LiveId" clId="{617B7BED-5C5A-4487-AB43-1021AE33C19F}" dt="2026-01-31T08:16:16.224" v="124" actId="478"/>
        <pc:sldMkLst>
          <pc:docMk/>
          <pc:sldMk cId="0" sldId="265"/>
        </pc:sldMkLst>
        <pc:spChg chg="add mod">
          <ac:chgData name="Sreelatha Kogara" userId="b4fd8c4ee123bd75" providerId="LiveId" clId="{617B7BED-5C5A-4487-AB43-1021AE33C19F}" dt="2026-01-31T08:15:32.659" v="118"/>
          <ac:spMkLst>
            <pc:docMk/>
            <pc:sldMk cId="0" sldId="265"/>
            <ac:spMk id="10" creationId="{93DF618F-89AB-4EB5-95C1-6BB9BBC2592D}"/>
          </ac:spMkLst>
        </pc:spChg>
        <pc:spChg chg="del mod">
          <ac:chgData name="Sreelatha Kogara" userId="b4fd8c4ee123bd75" providerId="LiveId" clId="{617B7BED-5C5A-4487-AB43-1021AE33C19F}" dt="2026-01-31T08:16:11.542" v="122" actId="478"/>
          <ac:spMkLst>
            <pc:docMk/>
            <pc:sldMk cId="0" sldId="265"/>
            <ac:spMk id="11" creationId="{00000000-0000-0000-0000-000000000000}"/>
          </ac:spMkLst>
        </pc:spChg>
        <pc:spChg chg="add del mod">
          <ac:chgData name="Sreelatha Kogara" userId="b4fd8c4ee123bd75" providerId="LiveId" clId="{617B7BED-5C5A-4487-AB43-1021AE33C19F}" dt="2026-01-31T08:16:16.224" v="124" actId="478"/>
          <ac:spMkLst>
            <pc:docMk/>
            <pc:sldMk cId="0" sldId="265"/>
            <ac:spMk id="12" creationId="{C0844D50-FBDB-4CF4-831D-96B044E12A1D}"/>
          </ac:spMkLst>
        </pc:spChg>
        <pc:spChg chg="add mod">
          <ac:chgData name="Sreelatha Kogara" userId="b4fd8c4ee123bd75" providerId="LiveId" clId="{617B7BED-5C5A-4487-AB43-1021AE33C19F}" dt="2026-01-31T08:16:12.903" v="123"/>
          <ac:spMkLst>
            <pc:docMk/>
            <pc:sldMk cId="0" sldId="265"/>
            <ac:spMk id="13" creationId="{CD7C32E3-7396-425F-ABBE-75592977DCB2}"/>
          </ac:spMkLst>
        </pc:spChg>
      </pc:sldChg>
      <pc:sldChg chg="addSp modSp mod">
        <pc:chgData name="Sreelatha Kogara" userId="b4fd8c4ee123bd75" providerId="LiveId" clId="{617B7BED-5C5A-4487-AB43-1021AE33C19F}" dt="2026-01-31T08:13:52.668" v="95" actId="1036"/>
        <pc:sldMkLst>
          <pc:docMk/>
          <pc:sldMk cId="0" sldId="266"/>
        </pc:sldMkLst>
        <pc:spChg chg="add mod">
          <ac:chgData name="Sreelatha Kogara" userId="b4fd8c4ee123bd75" providerId="LiveId" clId="{617B7BED-5C5A-4487-AB43-1021AE33C19F}" dt="2026-01-31T08:13:52.668" v="95" actId="1036"/>
          <ac:spMkLst>
            <pc:docMk/>
            <pc:sldMk cId="0" sldId="266"/>
            <ac:spMk id="17" creationId="{EA3BB0E1-E435-4E10-B48C-CFA739EDB29A}"/>
          </ac:spMkLst>
        </pc:spChg>
      </pc:sldChg>
      <pc:sldChg chg="addSp modSp">
        <pc:chgData name="Sreelatha Kogara" userId="b4fd8c4ee123bd75" providerId="LiveId" clId="{617B7BED-5C5A-4487-AB43-1021AE33C19F}" dt="2026-01-31T08:14:26.696" v="100"/>
        <pc:sldMkLst>
          <pc:docMk/>
          <pc:sldMk cId="0" sldId="267"/>
        </pc:sldMkLst>
        <pc:spChg chg="add mod">
          <ac:chgData name="Sreelatha Kogara" userId="b4fd8c4ee123bd75" providerId="LiveId" clId="{617B7BED-5C5A-4487-AB43-1021AE33C19F}" dt="2026-01-31T08:14:26.696" v="100"/>
          <ac:spMkLst>
            <pc:docMk/>
            <pc:sldMk cId="0" sldId="267"/>
            <ac:spMk id="15" creationId="{E1C90090-755F-45D6-9970-9B2BB43C4C4E}"/>
          </ac:spMkLst>
        </pc:spChg>
      </pc:sldChg>
      <pc:sldChg chg="addSp modSp mod">
        <pc:chgData name="Sreelatha Kogara" userId="b4fd8c4ee123bd75" providerId="LiveId" clId="{617B7BED-5C5A-4487-AB43-1021AE33C19F}" dt="2026-01-31T08:14:17.850" v="98" actId="2711"/>
        <pc:sldMkLst>
          <pc:docMk/>
          <pc:sldMk cId="0" sldId="271"/>
        </pc:sldMkLst>
        <pc:spChg chg="add mod">
          <ac:chgData name="Sreelatha Kogara" userId="b4fd8c4ee123bd75" providerId="LiveId" clId="{617B7BED-5C5A-4487-AB43-1021AE33C19F}" dt="2026-01-31T08:13:58.656" v="97"/>
          <ac:spMkLst>
            <pc:docMk/>
            <pc:sldMk cId="0" sldId="271"/>
            <ac:spMk id="12" creationId="{A3264C05-A697-4A27-A05F-5AD28F523666}"/>
          </ac:spMkLst>
        </pc:spChg>
        <pc:graphicFrameChg chg="modGraphic">
          <ac:chgData name="Sreelatha Kogara" userId="b4fd8c4ee123bd75" providerId="LiveId" clId="{617B7BED-5C5A-4487-AB43-1021AE33C19F}" dt="2026-01-31T08:14:17.850" v="98" actId="2711"/>
          <ac:graphicFrameMkLst>
            <pc:docMk/>
            <pc:sldMk cId="0" sldId="271"/>
            <ac:graphicFrameMk id="8" creationId="{00000000-0000-0000-0000-000000000000}"/>
          </ac:graphicFrameMkLst>
        </pc:graphicFrameChg>
      </pc:sldChg>
      <pc:sldChg chg="addSp modSp">
        <pc:chgData name="Sreelatha Kogara" userId="b4fd8c4ee123bd75" providerId="LiveId" clId="{617B7BED-5C5A-4487-AB43-1021AE33C19F}" dt="2026-01-31T08:13:37.600" v="90"/>
        <pc:sldMkLst>
          <pc:docMk/>
          <pc:sldMk cId="0" sldId="273"/>
        </pc:sldMkLst>
        <pc:spChg chg="add mod">
          <ac:chgData name="Sreelatha Kogara" userId="b4fd8c4ee123bd75" providerId="LiveId" clId="{617B7BED-5C5A-4487-AB43-1021AE33C19F}" dt="2026-01-31T08:13:37.600" v="90"/>
          <ac:spMkLst>
            <pc:docMk/>
            <pc:sldMk cId="0" sldId="273"/>
            <ac:spMk id="14" creationId="{CD9EE278-8D57-4E3B-B16F-ECD91C4AC817}"/>
          </ac:spMkLst>
        </pc:spChg>
      </pc:sldChg>
      <pc:sldChg chg="addSp modSp">
        <pc:chgData name="Sreelatha Kogara" userId="b4fd8c4ee123bd75" providerId="LiveId" clId="{617B7BED-5C5A-4487-AB43-1021AE33C19F}" dt="2026-01-31T08:14:41.184" v="105"/>
        <pc:sldMkLst>
          <pc:docMk/>
          <pc:sldMk cId="0" sldId="276"/>
        </pc:sldMkLst>
        <pc:spChg chg="add mod">
          <ac:chgData name="Sreelatha Kogara" userId="b4fd8c4ee123bd75" providerId="LiveId" clId="{617B7BED-5C5A-4487-AB43-1021AE33C19F}" dt="2026-01-31T08:14:41.184" v="105"/>
          <ac:spMkLst>
            <pc:docMk/>
            <pc:sldMk cId="0" sldId="276"/>
            <ac:spMk id="15" creationId="{DB1939EF-208F-4F79-885C-93C7A074D8A1}"/>
          </ac:spMkLst>
        </pc:spChg>
      </pc:sldChg>
      <pc:sldChg chg="addSp modSp">
        <pc:chgData name="Sreelatha Kogara" userId="b4fd8c4ee123bd75" providerId="LiveId" clId="{617B7BED-5C5A-4487-AB43-1021AE33C19F}" dt="2026-01-31T08:14:47.150" v="107"/>
        <pc:sldMkLst>
          <pc:docMk/>
          <pc:sldMk cId="0" sldId="277"/>
        </pc:sldMkLst>
        <pc:spChg chg="add mod">
          <ac:chgData name="Sreelatha Kogara" userId="b4fd8c4ee123bd75" providerId="LiveId" clId="{617B7BED-5C5A-4487-AB43-1021AE33C19F}" dt="2026-01-31T08:14:47.150" v="107"/>
          <ac:spMkLst>
            <pc:docMk/>
            <pc:sldMk cId="0" sldId="277"/>
            <ac:spMk id="15" creationId="{0D680426-96C9-4ED7-A8B3-E1B2C766CD28}"/>
          </ac:spMkLst>
        </pc:spChg>
      </pc:sldChg>
      <pc:sldChg chg="addSp modSp">
        <pc:chgData name="Sreelatha Kogara" userId="b4fd8c4ee123bd75" providerId="LiveId" clId="{617B7BED-5C5A-4487-AB43-1021AE33C19F}" dt="2026-01-31T08:14:56.593" v="110"/>
        <pc:sldMkLst>
          <pc:docMk/>
          <pc:sldMk cId="0" sldId="278"/>
        </pc:sldMkLst>
        <pc:spChg chg="add mod">
          <ac:chgData name="Sreelatha Kogara" userId="b4fd8c4ee123bd75" providerId="LiveId" clId="{617B7BED-5C5A-4487-AB43-1021AE33C19F}" dt="2026-01-31T08:14:56.593" v="110"/>
          <ac:spMkLst>
            <pc:docMk/>
            <pc:sldMk cId="0" sldId="278"/>
            <ac:spMk id="13" creationId="{3244750B-188D-4188-A741-56EEF2F82D17}"/>
          </ac:spMkLst>
        </pc:spChg>
      </pc:sldChg>
      <pc:sldChg chg="addSp delSp modSp mod">
        <pc:chgData name="Sreelatha Kogara" userId="b4fd8c4ee123bd75" providerId="LiveId" clId="{617B7BED-5C5A-4487-AB43-1021AE33C19F}" dt="2026-01-31T08:15:19.641" v="113"/>
        <pc:sldMkLst>
          <pc:docMk/>
          <pc:sldMk cId="0" sldId="280"/>
        </pc:sldMkLst>
        <pc:spChg chg="add mod">
          <ac:chgData name="Sreelatha Kogara" userId="b4fd8c4ee123bd75" providerId="LiveId" clId="{617B7BED-5C5A-4487-AB43-1021AE33C19F}" dt="2026-01-31T08:15:19.641" v="113"/>
          <ac:spMkLst>
            <pc:docMk/>
            <pc:sldMk cId="0" sldId="280"/>
            <ac:spMk id="15" creationId="{514983D2-2C43-4CE3-BC9C-575C8C4D88D8}"/>
          </ac:spMkLst>
        </pc:spChg>
        <pc:picChg chg="add mod">
          <ac:chgData name="Sreelatha Kogara" userId="b4fd8c4ee123bd75" providerId="LiveId" clId="{617B7BED-5C5A-4487-AB43-1021AE33C19F}" dt="2026-01-31T02:50:11.579" v="9" actId="14100"/>
          <ac:picMkLst>
            <pc:docMk/>
            <pc:sldMk cId="0" sldId="280"/>
            <ac:picMk id="7" creationId="{649DB8F9-F8B8-4C5A-95D4-6AB366A6483F}"/>
          </ac:picMkLst>
        </pc:picChg>
        <pc:picChg chg="del">
          <ac:chgData name="Sreelatha Kogara" userId="b4fd8c4ee123bd75" providerId="LiveId" clId="{617B7BED-5C5A-4487-AB43-1021AE33C19F}" dt="2026-01-31T02:48:50.131" v="1" actId="478"/>
          <ac:picMkLst>
            <pc:docMk/>
            <pc:sldMk cId="0" sldId="280"/>
            <ac:picMk id="9" creationId="{00000000-0000-0000-0000-000000000000}"/>
          </ac:picMkLst>
        </pc:picChg>
      </pc:sldChg>
      <pc:sldChg chg="addSp modSp">
        <pc:chgData name="Sreelatha Kogara" userId="b4fd8c4ee123bd75" providerId="LiveId" clId="{617B7BED-5C5A-4487-AB43-1021AE33C19F}" dt="2026-01-31T08:15:24.619" v="115"/>
        <pc:sldMkLst>
          <pc:docMk/>
          <pc:sldMk cId="0" sldId="283"/>
        </pc:sldMkLst>
        <pc:spChg chg="add mod">
          <ac:chgData name="Sreelatha Kogara" userId="b4fd8c4ee123bd75" providerId="LiveId" clId="{617B7BED-5C5A-4487-AB43-1021AE33C19F}" dt="2026-01-31T08:15:24.619" v="115"/>
          <ac:spMkLst>
            <pc:docMk/>
            <pc:sldMk cId="0" sldId="283"/>
            <ac:spMk id="15" creationId="{07F7703F-A8A3-4941-9DFD-FC51DCAEEB34}"/>
          </ac:spMkLst>
        </pc:spChg>
      </pc:sldChg>
      <pc:sldChg chg="addSp delSp modSp mod">
        <pc:chgData name="Sreelatha Kogara" userId="b4fd8c4ee123bd75" providerId="LiveId" clId="{617B7BED-5C5A-4487-AB43-1021AE33C19F}" dt="2026-01-31T08:15:27.188" v="116"/>
        <pc:sldMkLst>
          <pc:docMk/>
          <pc:sldMk cId="0" sldId="284"/>
        </pc:sldMkLst>
        <pc:spChg chg="add mod">
          <ac:chgData name="Sreelatha Kogara" userId="b4fd8c4ee123bd75" providerId="LiveId" clId="{617B7BED-5C5A-4487-AB43-1021AE33C19F}" dt="2026-01-31T08:15:27.188" v="116"/>
          <ac:spMkLst>
            <pc:docMk/>
            <pc:sldMk cId="0" sldId="284"/>
            <ac:spMk id="13" creationId="{7DBC4836-9759-4868-8E3C-18C5A001563D}"/>
          </ac:spMkLst>
        </pc:spChg>
        <pc:picChg chg="del">
          <ac:chgData name="Sreelatha Kogara" userId="b4fd8c4ee123bd75" providerId="LiveId" clId="{617B7BED-5C5A-4487-AB43-1021AE33C19F}" dt="2026-01-31T02:52:58.562" v="37" actId="478"/>
          <ac:picMkLst>
            <pc:docMk/>
            <pc:sldMk cId="0" sldId="284"/>
            <ac:picMk id="7" creationId="{00000000-0000-0000-0000-000000000000}"/>
          </ac:picMkLst>
        </pc:picChg>
        <pc:picChg chg="add mod">
          <ac:chgData name="Sreelatha Kogara" userId="b4fd8c4ee123bd75" providerId="LiveId" clId="{617B7BED-5C5A-4487-AB43-1021AE33C19F}" dt="2026-01-31T02:54:00.932" v="45" actId="14100"/>
          <ac:picMkLst>
            <pc:docMk/>
            <pc:sldMk cId="0" sldId="284"/>
            <ac:picMk id="12" creationId="{333B5ADB-59A4-4ED3-9BA3-95BFBD9ECE9D}"/>
          </ac:picMkLst>
        </pc:picChg>
      </pc:sldChg>
      <pc:sldChg chg="addSp delSp modSp mod">
        <pc:chgData name="Sreelatha Kogara" userId="b4fd8c4ee123bd75" providerId="LiveId" clId="{617B7BED-5C5A-4487-AB43-1021AE33C19F}" dt="2026-01-31T08:15:22.202" v="114"/>
        <pc:sldMkLst>
          <pc:docMk/>
          <pc:sldMk cId="0" sldId="285"/>
        </pc:sldMkLst>
        <pc:spChg chg="add mod">
          <ac:chgData name="Sreelatha Kogara" userId="b4fd8c4ee123bd75" providerId="LiveId" clId="{617B7BED-5C5A-4487-AB43-1021AE33C19F}" dt="2026-01-31T08:15:22.202" v="114"/>
          <ac:spMkLst>
            <pc:docMk/>
            <pc:sldMk cId="0" sldId="285"/>
            <ac:spMk id="14" creationId="{6175F838-1F84-4892-A0AE-AED44813713C}"/>
          </ac:spMkLst>
        </pc:spChg>
        <pc:picChg chg="del">
          <ac:chgData name="Sreelatha Kogara" userId="b4fd8c4ee123bd75" providerId="LiveId" clId="{617B7BED-5C5A-4487-AB43-1021AE33C19F}" dt="2026-01-31T02:50:20.442" v="11" actId="478"/>
          <ac:picMkLst>
            <pc:docMk/>
            <pc:sldMk cId="0" sldId="285"/>
            <ac:picMk id="2" creationId="{00000000-0000-0000-0000-000000000000}"/>
          </ac:picMkLst>
        </pc:picChg>
        <pc:picChg chg="del">
          <ac:chgData name="Sreelatha Kogara" userId="b4fd8c4ee123bd75" providerId="LiveId" clId="{617B7BED-5C5A-4487-AB43-1021AE33C19F}" dt="2026-01-31T02:50:18.490" v="10" actId="478"/>
          <ac:picMkLst>
            <pc:docMk/>
            <pc:sldMk cId="0" sldId="285"/>
            <ac:picMk id="7" creationId="{00000000-0000-0000-0000-000000000000}"/>
          </ac:picMkLst>
        </pc:picChg>
        <pc:picChg chg="add mod">
          <ac:chgData name="Sreelatha Kogara" userId="b4fd8c4ee123bd75" providerId="LiveId" clId="{617B7BED-5C5A-4487-AB43-1021AE33C19F}" dt="2026-01-31T02:52:31.402" v="35" actId="14100"/>
          <ac:picMkLst>
            <pc:docMk/>
            <pc:sldMk cId="0" sldId="285"/>
            <ac:picMk id="9" creationId="{615F28C3-02FA-4676-BB10-BD12C16DD5A6}"/>
          </ac:picMkLst>
        </pc:picChg>
        <pc:picChg chg="add del mod">
          <ac:chgData name="Sreelatha Kogara" userId="b4fd8c4ee123bd75" providerId="LiveId" clId="{617B7BED-5C5A-4487-AB43-1021AE33C19F}" dt="2026-01-31T02:51:54.639" v="27" actId="478"/>
          <ac:picMkLst>
            <pc:docMk/>
            <pc:sldMk cId="0" sldId="285"/>
            <ac:picMk id="11" creationId="{32456361-2512-4100-9CC4-04E6501AE95B}"/>
          </ac:picMkLst>
        </pc:picChg>
        <pc:picChg chg="add mod">
          <ac:chgData name="Sreelatha Kogara" userId="b4fd8c4ee123bd75" providerId="LiveId" clId="{617B7BED-5C5A-4487-AB43-1021AE33C19F}" dt="2026-01-31T02:52:36.962" v="36" actId="14100"/>
          <ac:picMkLst>
            <pc:docMk/>
            <pc:sldMk cId="0" sldId="285"/>
            <ac:picMk id="13" creationId="{5045D737-9B01-43BE-A950-9F7CB825DDF5}"/>
          </ac:picMkLst>
        </pc:picChg>
      </pc:sldChg>
      <pc:sldChg chg="addSp modSp">
        <pc:chgData name="Sreelatha Kogara" userId="b4fd8c4ee123bd75" providerId="LiveId" clId="{617B7BED-5C5A-4487-AB43-1021AE33C19F}" dt="2026-01-31T08:13:40.152" v="91"/>
        <pc:sldMkLst>
          <pc:docMk/>
          <pc:sldMk cId="0" sldId="286"/>
        </pc:sldMkLst>
        <pc:spChg chg="add mod">
          <ac:chgData name="Sreelatha Kogara" userId="b4fd8c4ee123bd75" providerId="LiveId" clId="{617B7BED-5C5A-4487-AB43-1021AE33C19F}" dt="2026-01-31T08:13:40.152" v="91"/>
          <ac:spMkLst>
            <pc:docMk/>
            <pc:sldMk cId="0" sldId="286"/>
            <ac:spMk id="18" creationId="{3EEEBD1C-A34F-497D-8823-33547AE163EC}"/>
          </ac:spMkLst>
        </pc:spChg>
      </pc:sldChg>
      <pc:sldChg chg="addSp modSp">
        <pc:chgData name="Sreelatha Kogara" userId="b4fd8c4ee123bd75" providerId="LiveId" clId="{617B7BED-5C5A-4487-AB43-1021AE33C19F}" dt="2026-01-31T08:14:49.334" v="108"/>
        <pc:sldMkLst>
          <pc:docMk/>
          <pc:sldMk cId="0" sldId="287"/>
        </pc:sldMkLst>
        <pc:spChg chg="add mod">
          <ac:chgData name="Sreelatha Kogara" userId="b4fd8c4ee123bd75" providerId="LiveId" clId="{617B7BED-5C5A-4487-AB43-1021AE33C19F}" dt="2026-01-31T08:14:49.334" v="108"/>
          <ac:spMkLst>
            <pc:docMk/>
            <pc:sldMk cId="0" sldId="287"/>
            <ac:spMk id="15" creationId="{EC50EA41-CC2D-4E0E-A562-40FE1CFFDE5A}"/>
          </ac:spMkLst>
        </pc:spChg>
      </pc:sldChg>
      <pc:sldChg chg="addSp modSp">
        <pc:chgData name="Sreelatha Kogara" userId="b4fd8c4ee123bd75" providerId="LiveId" clId="{617B7BED-5C5A-4487-AB43-1021AE33C19F}" dt="2026-01-31T08:14:43.835" v="106"/>
        <pc:sldMkLst>
          <pc:docMk/>
          <pc:sldMk cId="0" sldId="288"/>
        </pc:sldMkLst>
        <pc:spChg chg="add mod">
          <ac:chgData name="Sreelatha Kogara" userId="b4fd8c4ee123bd75" providerId="LiveId" clId="{617B7BED-5C5A-4487-AB43-1021AE33C19F}" dt="2026-01-31T08:14:43.835" v="106"/>
          <ac:spMkLst>
            <pc:docMk/>
            <pc:sldMk cId="0" sldId="288"/>
            <ac:spMk id="15" creationId="{F55C8A80-70E4-44B2-AB8A-06B13511E6A6}"/>
          </ac:spMkLst>
        </pc:spChg>
      </pc:sldChg>
      <pc:sldChg chg="addSp modSp mod">
        <pc:chgData name="Sreelatha Kogara" userId="b4fd8c4ee123bd75" providerId="LiveId" clId="{617B7BED-5C5A-4487-AB43-1021AE33C19F}" dt="2026-02-11T10:00:22.219" v="125" actId="1076"/>
        <pc:sldMkLst>
          <pc:docMk/>
          <pc:sldMk cId="0" sldId="289"/>
        </pc:sldMkLst>
        <pc:spChg chg="add mod">
          <ac:chgData name="Sreelatha Kogara" userId="b4fd8c4ee123bd75" providerId="LiveId" clId="{617B7BED-5C5A-4487-AB43-1021AE33C19F}" dt="2026-01-31T08:14:34.699" v="103"/>
          <ac:spMkLst>
            <pc:docMk/>
            <pc:sldMk cId="0" sldId="289"/>
            <ac:spMk id="14" creationId="{87B6EB58-B67A-49D6-B14B-D75B363E879A}"/>
          </ac:spMkLst>
        </pc:spChg>
        <pc:picChg chg="mod">
          <ac:chgData name="Sreelatha Kogara" userId="b4fd8c4ee123bd75" providerId="LiveId" clId="{617B7BED-5C5A-4487-AB43-1021AE33C19F}" dt="2026-02-11T10:00:22.219" v="125" actId="1076"/>
          <ac:picMkLst>
            <pc:docMk/>
            <pc:sldMk cId="0" sldId="289"/>
            <ac:picMk id="9" creationId="{00000000-0000-0000-0000-000000000000}"/>
          </ac:picMkLst>
        </pc:picChg>
      </pc:sldChg>
      <pc:sldChg chg="addSp modSp">
        <pc:chgData name="Sreelatha Kogara" userId="b4fd8c4ee123bd75" providerId="LiveId" clId="{617B7BED-5C5A-4487-AB43-1021AE33C19F}" dt="2026-01-31T08:14:38.216" v="104"/>
        <pc:sldMkLst>
          <pc:docMk/>
          <pc:sldMk cId="0" sldId="290"/>
        </pc:sldMkLst>
        <pc:spChg chg="add mod">
          <ac:chgData name="Sreelatha Kogara" userId="b4fd8c4ee123bd75" providerId="LiveId" clId="{617B7BED-5C5A-4487-AB43-1021AE33C19F}" dt="2026-01-31T08:14:38.216" v="104"/>
          <ac:spMkLst>
            <pc:docMk/>
            <pc:sldMk cId="0" sldId="290"/>
            <ac:spMk id="13" creationId="{2842B5B3-CD41-4468-9536-62B8891C509F}"/>
          </ac:spMkLst>
        </pc:spChg>
      </pc:sldChg>
      <pc:sldChg chg="addSp modSp">
        <pc:chgData name="Sreelatha Kogara" userId="b4fd8c4ee123bd75" providerId="LiveId" clId="{617B7BED-5C5A-4487-AB43-1021AE33C19F}" dt="2026-01-31T08:14:23.912" v="99"/>
        <pc:sldMkLst>
          <pc:docMk/>
          <pc:sldMk cId="0" sldId="291"/>
        </pc:sldMkLst>
        <pc:spChg chg="add mod">
          <ac:chgData name="Sreelatha Kogara" userId="b4fd8c4ee123bd75" providerId="LiveId" clId="{617B7BED-5C5A-4487-AB43-1021AE33C19F}" dt="2026-01-31T08:14:23.912" v="99"/>
          <ac:spMkLst>
            <pc:docMk/>
            <pc:sldMk cId="0" sldId="291"/>
            <ac:spMk id="12" creationId="{6122D035-0C4A-418C-9953-9B496BF1A04C}"/>
          </ac:spMkLst>
        </pc:spChg>
      </pc:sldChg>
      <pc:sldChg chg="addSp modSp">
        <pc:chgData name="Sreelatha Kogara" userId="b4fd8c4ee123bd75" providerId="LiveId" clId="{617B7BED-5C5A-4487-AB43-1021AE33C19F}" dt="2026-01-31T08:13:56.302" v="96"/>
        <pc:sldMkLst>
          <pc:docMk/>
          <pc:sldMk cId="0" sldId="292"/>
        </pc:sldMkLst>
        <pc:spChg chg="add mod">
          <ac:chgData name="Sreelatha Kogara" userId="b4fd8c4ee123bd75" providerId="LiveId" clId="{617B7BED-5C5A-4487-AB43-1021AE33C19F}" dt="2026-01-31T08:13:56.302" v="96"/>
          <ac:spMkLst>
            <pc:docMk/>
            <pc:sldMk cId="0" sldId="292"/>
            <ac:spMk id="15" creationId="{89197415-9A0C-400A-9505-295F06FA2FCB}"/>
          </ac:spMkLst>
        </pc:spChg>
      </pc:sldChg>
      <pc:sldChg chg="addSp modSp">
        <pc:chgData name="Sreelatha Kogara" userId="b4fd8c4ee123bd75" providerId="LiveId" clId="{617B7BED-5C5A-4487-AB43-1021AE33C19F}" dt="2026-01-31T08:14:29.357" v="101"/>
        <pc:sldMkLst>
          <pc:docMk/>
          <pc:sldMk cId="0" sldId="293"/>
        </pc:sldMkLst>
        <pc:spChg chg="add mod">
          <ac:chgData name="Sreelatha Kogara" userId="b4fd8c4ee123bd75" providerId="LiveId" clId="{617B7BED-5C5A-4487-AB43-1021AE33C19F}" dt="2026-01-31T08:14:29.357" v="101"/>
          <ac:spMkLst>
            <pc:docMk/>
            <pc:sldMk cId="0" sldId="293"/>
            <ac:spMk id="13" creationId="{7D9164B8-0800-42E1-A27F-A4ADD8C17EF8}"/>
          </ac:spMkLst>
        </pc:spChg>
      </pc:sldChg>
      <pc:sldChg chg="addSp modSp">
        <pc:chgData name="Sreelatha Kogara" userId="b4fd8c4ee123bd75" providerId="LiveId" clId="{617B7BED-5C5A-4487-AB43-1021AE33C19F}" dt="2026-01-31T08:14:31.630" v="102"/>
        <pc:sldMkLst>
          <pc:docMk/>
          <pc:sldMk cId="0" sldId="294"/>
        </pc:sldMkLst>
        <pc:spChg chg="add mod">
          <ac:chgData name="Sreelatha Kogara" userId="b4fd8c4ee123bd75" providerId="LiveId" clId="{617B7BED-5C5A-4487-AB43-1021AE33C19F}" dt="2026-01-31T08:14:31.630" v="102"/>
          <ac:spMkLst>
            <pc:docMk/>
            <pc:sldMk cId="0" sldId="294"/>
            <ac:spMk id="14" creationId="{5A10AA3D-8B17-48B0-BF84-59D4D3BD6F97}"/>
          </ac:spMkLst>
        </pc:spChg>
      </pc:sldChg>
      <pc:sldChg chg="addSp modSp">
        <pc:chgData name="Sreelatha Kogara" userId="b4fd8c4ee123bd75" providerId="LiveId" clId="{617B7BED-5C5A-4487-AB43-1021AE33C19F}" dt="2026-01-31T08:14:59.247" v="111"/>
        <pc:sldMkLst>
          <pc:docMk/>
          <pc:sldMk cId="2684929402" sldId="295"/>
        </pc:sldMkLst>
        <pc:spChg chg="add mod">
          <ac:chgData name="Sreelatha Kogara" userId="b4fd8c4ee123bd75" providerId="LiveId" clId="{617B7BED-5C5A-4487-AB43-1021AE33C19F}" dt="2026-01-31T08:14:59.247" v="111"/>
          <ac:spMkLst>
            <pc:docMk/>
            <pc:sldMk cId="2684929402" sldId="295"/>
            <ac:spMk id="15" creationId="{BF0BA823-DE3C-4CF7-9F8D-6EC0F73C2BCC}"/>
          </ac:spMkLst>
        </pc:spChg>
      </pc:sldChg>
      <pc:sldChg chg="addSp modSp">
        <pc:chgData name="Sreelatha Kogara" userId="b4fd8c4ee123bd75" providerId="LiveId" clId="{617B7BED-5C5A-4487-AB43-1021AE33C19F}" dt="2026-01-31T08:15:16.997" v="112"/>
        <pc:sldMkLst>
          <pc:docMk/>
          <pc:sldMk cId="0" sldId="296"/>
        </pc:sldMkLst>
        <pc:spChg chg="add mod">
          <ac:chgData name="Sreelatha Kogara" userId="b4fd8c4ee123bd75" providerId="LiveId" clId="{617B7BED-5C5A-4487-AB43-1021AE33C19F}" dt="2026-01-31T08:15:16.997" v="112"/>
          <ac:spMkLst>
            <pc:docMk/>
            <pc:sldMk cId="0" sldId="296"/>
            <ac:spMk id="15" creationId="{1976877F-7F4F-48CB-8613-1AE1AA28A713}"/>
          </ac:spMkLst>
        </pc:spChg>
      </pc:sldChg>
    </pc:docChg>
  </pc:docChgLst>
  <pc:docChgLst>
    <pc:chgData name="Sreelatha Kogara" userId="b4fd8c4ee123bd75" providerId="LiveId" clId="{F73B2BF6-7664-4F37-B1F4-562B510E8725}"/>
    <pc:docChg chg="modSld">
      <pc:chgData name="Sreelatha Kogara" userId="b4fd8c4ee123bd75" providerId="LiveId" clId="{F73B2BF6-7664-4F37-B1F4-562B510E8725}" dt="2026-04-07T16:58:37.477" v="14" actId="20577"/>
      <pc:docMkLst>
        <pc:docMk/>
      </pc:docMkLst>
      <pc:sldChg chg="modSp mod">
        <pc:chgData name="Sreelatha Kogara" userId="b4fd8c4ee123bd75" providerId="LiveId" clId="{F73B2BF6-7664-4F37-B1F4-562B510E8725}" dt="2026-04-07T16:58:37.477" v="14" actId="20577"/>
        <pc:sldMkLst>
          <pc:docMk/>
          <pc:sldMk cId="0" sldId="256"/>
        </pc:sldMkLst>
        <pc:spChg chg="mod">
          <ac:chgData name="Sreelatha Kogara" userId="b4fd8c4ee123bd75" providerId="LiveId" clId="{F73B2BF6-7664-4F37-B1F4-562B510E8725}" dt="2026-04-07T16:58:37.477" v="14" actId="20577"/>
          <ac:spMkLst>
            <pc:docMk/>
            <pc:sldMk cId="0" sldId="256"/>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t>07-04-2026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2</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19</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panose="02020603050405020304"/>
                <a:cs typeface="Times New Roman" panose="02020603050405020304"/>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panose="02020603050405020304"/>
                <a:cs typeface="Times New Roman" panose="02020603050405020304"/>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panose="02020603050405020304"/>
                <a:cs typeface="Times New Roman" panose="02020603050405020304"/>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panose="02020603050405020304"/>
                <a:cs typeface="Times New Roman" panose="02020603050405020304"/>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panose="02020603050405020304"/>
                <a:cs typeface="Times New Roman" panose="02020603050405020304"/>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34572"/>
            <a:ext cx="11414760" cy="223520"/>
            <a:chOff x="777238" y="6634572"/>
            <a:chExt cx="11414760" cy="223520"/>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54196"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7" name="object 7"/>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5987420" y="1768941"/>
            <a:ext cx="2623180"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panose="02020603050405020304"/>
                <a:cs typeface="Times New Roman" panose="02020603050405020304"/>
              </a:rPr>
              <a:t>C.SREELATHA</a:t>
            </a:r>
            <a:endParaRPr sz="2400" dirty="0">
              <a:latin typeface="Times New Roman" panose="02020603050405020304"/>
              <a:cs typeface="Times New Roman" panose="02020603050405020304"/>
            </a:endParaRPr>
          </a:p>
          <a:p>
            <a:pPr marL="1905" algn="ctr">
              <a:lnSpc>
                <a:spcPct val="100000"/>
              </a:lnSpc>
              <a:spcBef>
                <a:spcPts val="35"/>
              </a:spcBef>
            </a:pPr>
            <a:r>
              <a:rPr sz="1100" dirty="0">
                <a:latin typeface="Times New Roman" panose="02020603050405020304"/>
                <a:cs typeface="Times New Roman" panose="02020603050405020304"/>
              </a:rPr>
              <a:t>Roll No. </a:t>
            </a:r>
            <a:r>
              <a:rPr sz="1100" spc="-10" dirty="0">
                <a:latin typeface="Times New Roman" panose="02020603050405020304"/>
                <a:cs typeface="Times New Roman" panose="02020603050405020304"/>
              </a:rPr>
              <a:t>2</a:t>
            </a:r>
            <a:r>
              <a:rPr lang="en-IN" sz="1100" spc="-10" dirty="0">
                <a:latin typeface="Times New Roman" panose="02020603050405020304"/>
                <a:cs typeface="Times New Roman" panose="02020603050405020304"/>
              </a:rPr>
              <a:t>24G1A33B1</a:t>
            </a:r>
            <a:endParaRPr sz="1100" dirty="0">
              <a:latin typeface="Times New Roman" panose="02020603050405020304"/>
              <a:cs typeface="Times New Roman" panose="02020603050405020304"/>
            </a:endParaRPr>
          </a:p>
        </p:txBody>
      </p:sp>
      <p:sp>
        <p:nvSpPr>
          <p:cNvPr id="9" name="object 9"/>
          <p:cNvSpPr txBox="1"/>
          <p:nvPr/>
        </p:nvSpPr>
        <p:spPr>
          <a:xfrm>
            <a:off x="4551136" y="2632520"/>
            <a:ext cx="4261339" cy="734175"/>
          </a:xfrm>
          <a:prstGeom prst="rect">
            <a:avLst/>
          </a:prstGeom>
        </p:spPr>
        <p:txBody>
          <a:bodyPr vert="horz" wrap="square" lIns="0" tIns="71755" rIns="0" bIns="0" rtlCol="0">
            <a:spAutoFit/>
          </a:bodyPr>
          <a:lstStyle/>
          <a:p>
            <a:pPr algn="ctr">
              <a:lnSpc>
                <a:spcPct val="100000"/>
              </a:lnSpc>
              <a:spcBef>
                <a:spcPts val="565"/>
              </a:spcBef>
            </a:pPr>
            <a:r>
              <a:rPr sz="1400" i="1" dirty="0">
                <a:latin typeface="Times New Roman" panose="02020603050405020304"/>
                <a:cs typeface="Times New Roman" panose="02020603050405020304"/>
              </a:rPr>
              <a:t>Under</a:t>
            </a:r>
            <a:r>
              <a:rPr sz="1400" i="1" spc="-35" dirty="0">
                <a:latin typeface="Times New Roman" panose="02020603050405020304"/>
                <a:cs typeface="Times New Roman" panose="02020603050405020304"/>
              </a:rPr>
              <a:t> </a:t>
            </a:r>
            <a:r>
              <a:rPr sz="1400" i="1" dirty="0">
                <a:latin typeface="Times New Roman" panose="02020603050405020304"/>
                <a:cs typeface="Times New Roman" panose="02020603050405020304"/>
              </a:rPr>
              <a:t>the</a:t>
            </a:r>
            <a:r>
              <a:rPr sz="1400" i="1" spc="-35" dirty="0">
                <a:latin typeface="Times New Roman" panose="02020603050405020304"/>
                <a:cs typeface="Times New Roman" panose="02020603050405020304"/>
              </a:rPr>
              <a:t> </a:t>
            </a:r>
            <a:r>
              <a:rPr sz="1400" i="1" spc="-10" dirty="0">
                <a:latin typeface="Times New Roman" panose="02020603050405020304"/>
                <a:cs typeface="Times New Roman" panose="02020603050405020304"/>
              </a:rPr>
              <a:t>guidance</a:t>
            </a:r>
            <a:r>
              <a:rPr lang="en-IN" sz="1400" i="1" spc="-10" dirty="0">
                <a:latin typeface="Times New Roman" panose="02020603050405020304"/>
                <a:cs typeface="Times New Roman" panose="02020603050405020304"/>
              </a:rPr>
              <a:t> of</a:t>
            </a:r>
            <a:r>
              <a:rPr sz="1400" i="1" spc="-35" dirty="0">
                <a:latin typeface="Times New Roman" panose="02020603050405020304"/>
                <a:cs typeface="Times New Roman" panose="02020603050405020304"/>
              </a:rPr>
              <a:t> </a:t>
            </a:r>
            <a:endParaRPr lang="en-IN" sz="1400" i="1" spc="-35" dirty="0">
              <a:latin typeface="Times New Roman" panose="02020603050405020304"/>
              <a:cs typeface="Times New Roman" panose="02020603050405020304"/>
            </a:endParaRPr>
          </a:p>
          <a:p>
            <a:pPr algn="ctr">
              <a:lnSpc>
                <a:spcPct val="100000"/>
              </a:lnSpc>
              <a:spcBef>
                <a:spcPts val="565"/>
              </a:spcBef>
            </a:pPr>
            <a:r>
              <a:rPr sz="3600" baseline="21000" dirty="0" err="1">
                <a:latin typeface="Times New Roman" panose="02020603050405020304"/>
                <a:cs typeface="Times New Roman" panose="02020603050405020304"/>
              </a:rPr>
              <a:t>Mr</a:t>
            </a:r>
            <a:r>
              <a:rPr lang="en-IN" sz="3600" baseline="21000" dirty="0">
                <a:latin typeface="Times New Roman" panose="02020603050405020304"/>
                <a:cs typeface="Times New Roman" panose="02020603050405020304"/>
              </a:rPr>
              <a:t>. LINGAM SUMAN ,</a:t>
            </a:r>
            <a:r>
              <a:rPr lang="en-IN" baseline="21000" dirty="0">
                <a:latin typeface="Times New Roman" panose="02020603050405020304"/>
                <a:cs typeface="Times New Roman" panose="02020603050405020304"/>
              </a:rPr>
              <a:t>M.Tech,(</a:t>
            </a:r>
            <a:r>
              <a:rPr lang="en-IN" baseline="21000" dirty="0" err="1">
                <a:latin typeface="Times New Roman" panose="02020603050405020304"/>
                <a:cs typeface="Times New Roman" panose="02020603050405020304"/>
              </a:rPr>
              <a:t>Ph.D</a:t>
            </a:r>
            <a:r>
              <a:rPr lang="en-IN" baseline="21000" dirty="0">
                <a:latin typeface="Times New Roman" panose="02020603050405020304"/>
                <a:cs typeface="Times New Roman" panose="02020603050405020304"/>
              </a:rPr>
              <a:t>)</a:t>
            </a:r>
            <a:r>
              <a:rPr spc="-60" baseline="21000" dirty="0">
                <a:latin typeface="Times New Roman" panose="02020603050405020304"/>
                <a:cs typeface="Times New Roman" panose="02020603050405020304"/>
              </a:rPr>
              <a:t> </a:t>
            </a:r>
            <a:endParaRPr dirty="0">
              <a:latin typeface="Times New Roman" panose="02020603050405020304"/>
              <a:cs typeface="Times New Roman" panose="02020603050405020304"/>
            </a:endParaRPr>
          </a:p>
        </p:txBody>
      </p:sp>
      <p:sp>
        <p:nvSpPr>
          <p:cNvPr id="10" name="object 10"/>
          <p:cNvSpPr txBox="1"/>
          <p:nvPr/>
        </p:nvSpPr>
        <p:spPr>
          <a:xfrm>
            <a:off x="5586700" y="3297967"/>
            <a:ext cx="1712310" cy="259045"/>
          </a:xfrm>
          <a:prstGeom prst="rect">
            <a:avLst/>
          </a:prstGeom>
        </p:spPr>
        <p:txBody>
          <a:bodyPr vert="horz" wrap="square" lIns="0" tIns="12700" rIns="0" bIns="0" rtlCol="0">
            <a:spAutoFit/>
          </a:bodyPr>
          <a:lstStyle/>
          <a:p>
            <a:pPr marL="12700" algn="ctr">
              <a:lnSpc>
                <a:spcPct val="100000"/>
              </a:lnSpc>
              <a:spcBef>
                <a:spcPts val="100"/>
              </a:spcBef>
            </a:pPr>
            <a:r>
              <a:rPr sz="1600" spc="-10" dirty="0">
                <a:latin typeface="Times New Roman" panose="02020603050405020304"/>
                <a:cs typeface="Times New Roman" panose="02020603050405020304"/>
              </a:rPr>
              <a:t>Assistant Professor</a:t>
            </a:r>
            <a:endParaRPr sz="1600" dirty="0">
              <a:latin typeface="Times New Roman" panose="02020603050405020304"/>
              <a:cs typeface="Times New Roman" panose="02020603050405020304"/>
            </a:endParaRPr>
          </a:p>
        </p:txBody>
      </p:sp>
      <p:sp>
        <p:nvSpPr>
          <p:cNvPr id="11" name="object 11"/>
          <p:cNvSpPr txBox="1"/>
          <p:nvPr/>
        </p:nvSpPr>
        <p:spPr>
          <a:xfrm>
            <a:off x="2732995" y="5216920"/>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panose="02020603050405020304"/>
                <a:cs typeface="Times New Roman" panose="02020603050405020304"/>
              </a:rPr>
              <a:t>Department</a:t>
            </a:r>
            <a:r>
              <a:rPr sz="1850" spc="85" dirty="0">
                <a:latin typeface="Times New Roman" panose="02020603050405020304"/>
                <a:cs typeface="Times New Roman" panose="02020603050405020304"/>
              </a:rPr>
              <a:t> </a:t>
            </a:r>
            <a:r>
              <a:rPr sz="1850" dirty="0">
                <a:latin typeface="Times New Roman" panose="02020603050405020304"/>
                <a:cs typeface="Times New Roman" panose="02020603050405020304"/>
              </a:rPr>
              <a:t>of</a:t>
            </a:r>
            <a:r>
              <a:rPr sz="1850" spc="90" dirty="0">
                <a:latin typeface="Times New Roman" panose="02020603050405020304"/>
                <a:cs typeface="Times New Roman" panose="02020603050405020304"/>
              </a:rPr>
              <a:t> </a:t>
            </a:r>
            <a:r>
              <a:rPr sz="1850" dirty="0">
                <a:latin typeface="Times New Roman" panose="02020603050405020304"/>
                <a:cs typeface="Times New Roman" panose="02020603050405020304"/>
              </a:rPr>
              <a:t>Computer</a:t>
            </a:r>
            <a:r>
              <a:rPr sz="1850" spc="90" dirty="0">
                <a:latin typeface="Times New Roman" panose="02020603050405020304"/>
                <a:cs typeface="Times New Roman" panose="02020603050405020304"/>
              </a:rPr>
              <a:t> </a:t>
            </a:r>
            <a:r>
              <a:rPr sz="1850" dirty="0">
                <a:latin typeface="Times New Roman" panose="02020603050405020304"/>
                <a:cs typeface="Times New Roman" panose="02020603050405020304"/>
              </a:rPr>
              <a:t>Science</a:t>
            </a:r>
            <a:r>
              <a:rPr sz="1850" spc="85" dirty="0">
                <a:latin typeface="Times New Roman" panose="02020603050405020304"/>
                <a:cs typeface="Times New Roman" panose="02020603050405020304"/>
              </a:rPr>
              <a:t> </a:t>
            </a:r>
            <a:r>
              <a:rPr sz="1850" dirty="0">
                <a:latin typeface="Times New Roman" panose="02020603050405020304"/>
                <a:cs typeface="Times New Roman" panose="02020603050405020304"/>
              </a:rPr>
              <a:t>and</a:t>
            </a:r>
            <a:r>
              <a:rPr sz="1850" spc="95" dirty="0">
                <a:latin typeface="Times New Roman" panose="02020603050405020304"/>
                <a:cs typeface="Times New Roman" panose="02020603050405020304"/>
              </a:rPr>
              <a:t> </a:t>
            </a:r>
            <a:r>
              <a:rPr sz="1850" dirty="0">
                <a:latin typeface="Times New Roman" panose="02020603050405020304"/>
                <a:cs typeface="Times New Roman" panose="02020603050405020304"/>
              </a:rPr>
              <a:t>Engineering</a:t>
            </a:r>
            <a:r>
              <a:rPr sz="1850" spc="90" dirty="0">
                <a:latin typeface="Times New Roman" panose="02020603050405020304"/>
                <a:cs typeface="Times New Roman" panose="02020603050405020304"/>
              </a:rPr>
              <a:t> </a:t>
            </a:r>
            <a:r>
              <a:rPr sz="1850" dirty="0">
                <a:latin typeface="Times New Roman" panose="02020603050405020304"/>
                <a:cs typeface="Times New Roman" panose="02020603050405020304"/>
              </a:rPr>
              <a:t>(AI</a:t>
            </a:r>
            <a:r>
              <a:rPr sz="1850" spc="90" dirty="0">
                <a:latin typeface="Times New Roman" panose="02020603050405020304"/>
                <a:cs typeface="Times New Roman" panose="02020603050405020304"/>
              </a:rPr>
              <a:t> </a:t>
            </a:r>
            <a:r>
              <a:rPr sz="1850" dirty="0">
                <a:latin typeface="Times New Roman" panose="02020603050405020304"/>
                <a:cs typeface="Times New Roman" panose="02020603050405020304"/>
              </a:rPr>
              <a:t>&amp;</a:t>
            </a:r>
            <a:r>
              <a:rPr sz="1850" spc="90" dirty="0">
                <a:latin typeface="Times New Roman" panose="02020603050405020304"/>
                <a:cs typeface="Times New Roman" panose="02020603050405020304"/>
              </a:rPr>
              <a:t> </a:t>
            </a:r>
            <a:r>
              <a:rPr sz="1850" spc="-25" dirty="0">
                <a:latin typeface="Times New Roman" panose="02020603050405020304"/>
                <a:cs typeface="Times New Roman" panose="02020603050405020304"/>
              </a:rPr>
              <a:t>ML)</a:t>
            </a:r>
            <a:endParaRPr sz="1850" dirty="0">
              <a:latin typeface="Times New Roman" panose="02020603050405020304"/>
              <a:cs typeface="Times New Roman" panose="02020603050405020304"/>
            </a:endParaRPr>
          </a:p>
          <a:p>
            <a:pPr algn="ctr">
              <a:lnSpc>
                <a:spcPts val="3185"/>
              </a:lnSpc>
            </a:pPr>
            <a:r>
              <a:rPr sz="2900" dirty="0">
                <a:solidFill>
                  <a:srgbClr val="FF0000"/>
                </a:solidFill>
                <a:latin typeface="Times New Roman" panose="02020603050405020304"/>
                <a:cs typeface="Times New Roman" panose="02020603050405020304"/>
              </a:rPr>
              <a:t>Srinivasa</a:t>
            </a:r>
            <a:r>
              <a:rPr sz="2900" spc="30" dirty="0">
                <a:solidFill>
                  <a:srgbClr val="FF0000"/>
                </a:solidFill>
                <a:latin typeface="Times New Roman" panose="02020603050405020304"/>
                <a:cs typeface="Times New Roman" panose="02020603050405020304"/>
              </a:rPr>
              <a:t> </a:t>
            </a:r>
            <a:r>
              <a:rPr sz="2900" dirty="0">
                <a:solidFill>
                  <a:srgbClr val="FF0000"/>
                </a:solidFill>
                <a:latin typeface="Times New Roman" panose="02020603050405020304"/>
                <a:cs typeface="Times New Roman" panose="02020603050405020304"/>
              </a:rPr>
              <a:t>Ramanujan</a:t>
            </a:r>
            <a:r>
              <a:rPr sz="2900" spc="35" dirty="0">
                <a:solidFill>
                  <a:srgbClr val="FF0000"/>
                </a:solidFill>
                <a:latin typeface="Times New Roman" panose="02020603050405020304"/>
                <a:cs typeface="Times New Roman" panose="02020603050405020304"/>
              </a:rPr>
              <a:t> </a:t>
            </a:r>
            <a:r>
              <a:rPr sz="2900" dirty="0">
                <a:solidFill>
                  <a:srgbClr val="FF0000"/>
                </a:solidFill>
                <a:latin typeface="Times New Roman" panose="02020603050405020304"/>
                <a:cs typeface="Times New Roman" panose="02020603050405020304"/>
              </a:rPr>
              <a:t>Institute</a:t>
            </a:r>
            <a:r>
              <a:rPr sz="2900" spc="30" dirty="0">
                <a:solidFill>
                  <a:srgbClr val="FF0000"/>
                </a:solidFill>
                <a:latin typeface="Times New Roman" panose="02020603050405020304"/>
                <a:cs typeface="Times New Roman" panose="02020603050405020304"/>
              </a:rPr>
              <a:t> </a:t>
            </a:r>
            <a:r>
              <a:rPr sz="2900" dirty="0">
                <a:solidFill>
                  <a:srgbClr val="FF0000"/>
                </a:solidFill>
                <a:latin typeface="Times New Roman" panose="02020603050405020304"/>
                <a:cs typeface="Times New Roman" panose="02020603050405020304"/>
              </a:rPr>
              <a:t>of</a:t>
            </a:r>
            <a:r>
              <a:rPr sz="2900" spc="35" dirty="0">
                <a:solidFill>
                  <a:srgbClr val="FF0000"/>
                </a:solidFill>
                <a:latin typeface="Times New Roman" panose="02020603050405020304"/>
                <a:cs typeface="Times New Roman" panose="02020603050405020304"/>
              </a:rPr>
              <a:t> </a:t>
            </a:r>
            <a:r>
              <a:rPr sz="2900" spc="-10" dirty="0">
                <a:solidFill>
                  <a:srgbClr val="FF0000"/>
                </a:solidFill>
                <a:latin typeface="Times New Roman" panose="02020603050405020304"/>
                <a:cs typeface="Times New Roman" panose="02020603050405020304"/>
              </a:rPr>
              <a:t>Technology</a:t>
            </a:r>
            <a:endParaRPr sz="2900" dirty="0">
              <a:latin typeface="Times New Roman" panose="02020603050405020304"/>
              <a:cs typeface="Times New Roman" panose="02020603050405020304"/>
            </a:endParaRPr>
          </a:p>
          <a:p>
            <a:pPr marL="6985" algn="ctr">
              <a:lnSpc>
                <a:spcPts val="1070"/>
              </a:lnSpc>
            </a:pPr>
            <a:r>
              <a:rPr sz="950" b="1" spc="-10" dirty="0">
                <a:latin typeface="Times New Roman" panose="02020603050405020304"/>
                <a:cs typeface="Times New Roman" panose="02020603050405020304"/>
              </a:rPr>
              <a:t>(Affiliated</a:t>
            </a:r>
            <a:r>
              <a:rPr sz="950" b="1" spc="-25" dirty="0">
                <a:latin typeface="Times New Roman" panose="02020603050405020304"/>
                <a:cs typeface="Times New Roman" panose="02020603050405020304"/>
              </a:rPr>
              <a:t> </a:t>
            </a:r>
            <a:r>
              <a:rPr sz="950" b="1" dirty="0">
                <a:latin typeface="Times New Roman" panose="02020603050405020304"/>
                <a:cs typeface="Times New Roman" panose="02020603050405020304"/>
              </a:rPr>
              <a:t>to</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JNTUA</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&amp;</a:t>
            </a:r>
            <a:r>
              <a:rPr sz="950" b="1" spc="-20" dirty="0">
                <a:latin typeface="Times New Roman" panose="02020603050405020304"/>
                <a:cs typeface="Times New Roman" panose="02020603050405020304"/>
              </a:rPr>
              <a:t> </a:t>
            </a:r>
            <a:r>
              <a:rPr sz="950" b="1" spc="-10" dirty="0">
                <a:latin typeface="Times New Roman" panose="02020603050405020304"/>
                <a:cs typeface="Times New Roman" panose="02020603050405020304"/>
              </a:rPr>
              <a:t>Approved</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by</a:t>
            </a:r>
            <a:r>
              <a:rPr sz="950" b="1" spc="-25" dirty="0">
                <a:latin typeface="Times New Roman" panose="02020603050405020304"/>
                <a:cs typeface="Times New Roman" panose="02020603050405020304"/>
              </a:rPr>
              <a:t> </a:t>
            </a:r>
            <a:r>
              <a:rPr sz="950" b="1" dirty="0">
                <a:latin typeface="Times New Roman" panose="02020603050405020304"/>
                <a:cs typeface="Times New Roman" panose="02020603050405020304"/>
              </a:rPr>
              <a:t>AICTE)</a:t>
            </a:r>
            <a:r>
              <a:rPr sz="950" b="1" spc="-20" dirty="0">
                <a:latin typeface="Times New Roman" panose="02020603050405020304"/>
                <a:cs typeface="Times New Roman" panose="02020603050405020304"/>
              </a:rPr>
              <a:t> </a:t>
            </a:r>
            <a:r>
              <a:rPr sz="950" b="1" spc="-10" dirty="0">
                <a:latin typeface="Times New Roman" panose="02020603050405020304"/>
                <a:cs typeface="Times New Roman" panose="02020603050405020304"/>
              </a:rPr>
              <a:t>(Accredited</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by</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NAAC</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with</a:t>
            </a:r>
            <a:r>
              <a:rPr sz="950" b="1" spc="-25" dirty="0">
                <a:latin typeface="Times New Roman" panose="02020603050405020304"/>
                <a:cs typeface="Times New Roman" panose="02020603050405020304"/>
              </a:rPr>
              <a:t> </a:t>
            </a:r>
            <a:r>
              <a:rPr sz="950" b="1" dirty="0">
                <a:latin typeface="Times New Roman" panose="02020603050405020304"/>
                <a:cs typeface="Times New Roman" panose="02020603050405020304"/>
              </a:rPr>
              <a:t>‘A’</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Grade</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&amp;</a:t>
            </a:r>
            <a:r>
              <a:rPr sz="950" b="1" spc="-20" dirty="0">
                <a:latin typeface="Times New Roman" panose="02020603050405020304"/>
                <a:cs typeface="Times New Roman" panose="02020603050405020304"/>
              </a:rPr>
              <a:t> </a:t>
            </a:r>
            <a:r>
              <a:rPr sz="950" b="1" spc="-10" dirty="0">
                <a:latin typeface="Times New Roman" panose="02020603050405020304"/>
                <a:cs typeface="Times New Roman" panose="02020603050405020304"/>
              </a:rPr>
              <a:t>Accredited</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by</a:t>
            </a:r>
            <a:r>
              <a:rPr sz="950" b="1" spc="-25" dirty="0">
                <a:latin typeface="Times New Roman" panose="02020603050405020304"/>
                <a:cs typeface="Times New Roman" panose="02020603050405020304"/>
              </a:rPr>
              <a:t> </a:t>
            </a:r>
            <a:r>
              <a:rPr sz="950" b="1" dirty="0">
                <a:latin typeface="Times New Roman" panose="02020603050405020304"/>
                <a:cs typeface="Times New Roman" panose="02020603050405020304"/>
              </a:rPr>
              <a:t>NBA</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(EEE,</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ECE</a:t>
            </a:r>
            <a:r>
              <a:rPr sz="950" b="1" spc="-20" dirty="0">
                <a:latin typeface="Times New Roman" panose="02020603050405020304"/>
                <a:cs typeface="Times New Roman" panose="02020603050405020304"/>
              </a:rPr>
              <a:t> </a:t>
            </a:r>
            <a:r>
              <a:rPr sz="950" b="1" dirty="0">
                <a:latin typeface="Times New Roman" panose="02020603050405020304"/>
                <a:cs typeface="Times New Roman" panose="02020603050405020304"/>
              </a:rPr>
              <a:t>&amp;</a:t>
            </a:r>
            <a:r>
              <a:rPr sz="950" b="1" spc="-20" dirty="0">
                <a:latin typeface="Times New Roman" panose="02020603050405020304"/>
                <a:cs typeface="Times New Roman" panose="02020603050405020304"/>
              </a:rPr>
              <a:t> CSE)</a:t>
            </a:r>
            <a:endParaRPr sz="950" dirty="0">
              <a:latin typeface="Times New Roman" panose="02020603050405020304"/>
              <a:cs typeface="Times New Roman" panose="02020603050405020304"/>
            </a:endParaRPr>
          </a:p>
          <a:p>
            <a:pPr marL="5715" algn="ctr">
              <a:lnSpc>
                <a:spcPts val="1180"/>
              </a:lnSpc>
            </a:pPr>
            <a:r>
              <a:rPr sz="1000" b="1" dirty="0">
                <a:latin typeface="Times New Roman" panose="02020603050405020304"/>
                <a:cs typeface="Times New Roman" panose="02020603050405020304"/>
              </a:rPr>
              <a:t>Rotarypuram</a:t>
            </a:r>
            <a:r>
              <a:rPr sz="1000" b="1" spc="95" dirty="0">
                <a:latin typeface="Times New Roman" panose="02020603050405020304"/>
                <a:cs typeface="Times New Roman" panose="02020603050405020304"/>
              </a:rPr>
              <a:t> </a:t>
            </a:r>
            <a:r>
              <a:rPr sz="1000" b="1" dirty="0">
                <a:latin typeface="Times New Roman" panose="02020603050405020304"/>
                <a:cs typeface="Times New Roman" panose="02020603050405020304"/>
              </a:rPr>
              <a:t>Village,</a:t>
            </a:r>
            <a:r>
              <a:rPr sz="1000" b="1" spc="100" dirty="0">
                <a:latin typeface="Times New Roman" panose="02020603050405020304"/>
                <a:cs typeface="Times New Roman" panose="02020603050405020304"/>
              </a:rPr>
              <a:t> </a:t>
            </a:r>
            <a:r>
              <a:rPr sz="1000" b="1" dirty="0">
                <a:latin typeface="Times New Roman" panose="02020603050405020304"/>
                <a:cs typeface="Times New Roman" panose="02020603050405020304"/>
              </a:rPr>
              <a:t>B</a:t>
            </a:r>
            <a:r>
              <a:rPr sz="1000" b="1" spc="95" dirty="0">
                <a:latin typeface="Times New Roman" panose="02020603050405020304"/>
                <a:cs typeface="Times New Roman" panose="02020603050405020304"/>
              </a:rPr>
              <a:t> </a:t>
            </a:r>
            <a:r>
              <a:rPr sz="1000" b="1" dirty="0">
                <a:latin typeface="Times New Roman" panose="02020603050405020304"/>
                <a:cs typeface="Times New Roman" panose="02020603050405020304"/>
              </a:rPr>
              <a:t>K</a:t>
            </a:r>
            <a:r>
              <a:rPr sz="1000" b="1" spc="100" dirty="0">
                <a:latin typeface="Times New Roman" panose="02020603050405020304"/>
                <a:cs typeface="Times New Roman" panose="02020603050405020304"/>
              </a:rPr>
              <a:t> </a:t>
            </a:r>
            <a:r>
              <a:rPr sz="1000" b="1" dirty="0">
                <a:latin typeface="Times New Roman" panose="02020603050405020304"/>
                <a:cs typeface="Times New Roman" panose="02020603050405020304"/>
              </a:rPr>
              <a:t>Samudram</a:t>
            </a:r>
            <a:r>
              <a:rPr sz="1000" b="1" spc="100" dirty="0">
                <a:latin typeface="Times New Roman" panose="02020603050405020304"/>
                <a:cs typeface="Times New Roman" panose="02020603050405020304"/>
              </a:rPr>
              <a:t> </a:t>
            </a:r>
            <a:r>
              <a:rPr sz="1000" b="1" dirty="0">
                <a:latin typeface="Times New Roman" panose="02020603050405020304"/>
                <a:cs typeface="Times New Roman" panose="02020603050405020304"/>
              </a:rPr>
              <a:t>Mandal,</a:t>
            </a:r>
            <a:r>
              <a:rPr sz="1000" b="1" spc="95" dirty="0">
                <a:latin typeface="Times New Roman" panose="02020603050405020304"/>
                <a:cs typeface="Times New Roman" panose="02020603050405020304"/>
              </a:rPr>
              <a:t> </a:t>
            </a:r>
            <a:r>
              <a:rPr sz="1000" b="1" dirty="0">
                <a:latin typeface="Times New Roman" panose="02020603050405020304"/>
                <a:cs typeface="Times New Roman" panose="02020603050405020304"/>
              </a:rPr>
              <a:t>Ananthapuramu</a:t>
            </a:r>
            <a:r>
              <a:rPr sz="1000" b="1" spc="100" dirty="0">
                <a:latin typeface="Times New Roman" panose="02020603050405020304"/>
                <a:cs typeface="Times New Roman" panose="02020603050405020304"/>
              </a:rPr>
              <a:t> </a:t>
            </a:r>
            <a:r>
              <a:rPr sz="1000" b="1" dirty="0">
                <a:latin typeface="Times New Roman" panose="02020603050405020304"/>
                <a:cs typeface="Times New Roman" panose="02020603050405020304"/>
              </a:rPr>
              <a:t>–</a:t>
            </a:r>
            <a:r>
              <a:rPr sz="1000" b="1" spc="95" dirty="0">
                <a:latin typeface="Times New Roman" panose="02020603050405020304"/>
                <a:cs typeface="Times New Roman" panose="02020603050405020304"/>
              </a:rPr>
              <a:t> </a:t>
            </a:r>
            <a:r>
              <a:rPr sz="1000" b="1" spc="-10" dirty="0">
                <a:latin typeface="Times New Roman" panose="02020603050405020304"/>
                <a:cs typeface="Times New Roman" panose="02020603050405020304"/>
              </a:rPr>
              <a:t>515701.</a:t>
            </a:r>
            <a:endParaRPr sz="1000" dirty="0">
              <a:latin typeface="Times New Roman" panose="02020603050405020304"/>
              <a:cs typeface="Times New Roman" panose="02020603050405020304"/>
            </a:endParaRPr>
          </a:p>
          <a:p>
            <a:pPr marL="5080" algn="ctr">
              <a:lnSpc>
                <a:spcPct val="100000"/>
              </a:lnSpc>
              <a:spcBef>
                <a:spcPts val="630"/>
              </a:spcBef>
            </a:pPr>
            <a:r>
              <a:rPr sz="1100" b="1" dirty="0">
                <a:solidFill>
                  <a:srgbClr val="1E4E78"/>
                </a:solidFill>
                <a:latin typeface="Times New Roman" panose="02020603050405020304"/>
                <a:cs typeface="Times New Roman" panose="02020603050405020304"/>
              </a:rPr>
              <a:t>202</a:t>
            </a:r>
            <a:r>
              <a:rPr lang="en-IN" sz="1100" b="1" dirty="0">
                <a:solidFill>
                  <a:srgbClr val="1E4E78"/>
                </a:solidFill>
                <a:latin typeface="Times New Roman" panose="02020603050405020304"/>
                <a:cs typeface="Times New Roman" panose="02020603050405020304"/>
              </a:rPr>
              <a:t>5</a:t>
            </a:r>
            <a:r>
              <a:rPr sz="1100" b="1" spc="30" dirty="0">
                <a:solidFill>
                  <a:srgbClr val="1E4E78"/>
                </a:solidFill>
                <a:latin typeface="Times New Roman" panose="02020603050405020304"/>
                <a:cs typeface="Times New Roman" panose="02020603050405020304"/>
              </a:rPr>
              <a:t> </a:t>
            </a:r>
            <a:r>
              <a:rPr sz="1100" b="1" dirty="0">
                <a:solidFill>
                  <a:srgbClr val="1E4E78"/>
                </a:solidFill>
                <a:latin typeface="Times New Roman" panose="02020603050405020304"/>
                <a:cs typeface="Times New Roman" panose="02020603050405020304"/>
              </a:rPr>
              <a:t>-</a:t>
            </a:r>
            <a:r>
              <a:rPr sz="1100" b="1" spc="30" dirty="0">
                <a:solidFill>
                  <a:srgbClr val="1E4E78"/>
                </a:solidFill>
                <a:latin typeface="Times New Roman" panose="02020603050405020304"/>
                <a:cs typeface="Times New Roman" panose="02020603050405020304"/>
              </a:rPr>
              <a:t> </a:t>
            </a:r>
            <a:r>
              <a:rPr sz="1100" b="1" spc="-20" dirty="0">
                <a:solidFill>
                  <a:srgbClr val="1E4E78"/>
                </a:solidFill>
                <a:latin typeface="Times New Roman" panose="02020603050405020304"/>
                <a:cs typeface="Times New Roman" panose="02020603050405020304"/>
              </a:rPr>
              <a:t>202</a:t>
            </a:r>
            <a:r>
              <a:rPr lang="en-IN" sz="1100" b="1" spc="-20" dirty="0">
                <a:solidFill>
                  <a:srgbClr val="1E4E78"/>
                </a:solidFill>
                <a:latin typeface="Times New Roman" panose="02020603050405020304"/>
                <a:cs typeface="Times New Roman" panose="02020603050405020304"/>
              </a:rPr>
              <a:t>6</a:t>
            </a:r>
            <a:endParaRPr sz="1100" dirty="0">
              <a:latin typeface="Times New Roman" panose="02020603050405020304"/>
              <a:cs typeface="Times New Roman" panose="02020603050405020304"/>
            </a:endParaRPr>
          </a:p>
        </p:txBody>
      </p:sp>
      <p:sp>
        <p:nvSpPr>
          <p:cNvPr id="12" name="object 12"/>
          <p:cNvSpPr txBox="1"/>
          <p:nvPr/>
        </p:nvSpPr>
        <p:spPr>
          <a:xfrm>
            <a:off x="3733800" y="1768941"/>
            <a:ext cx="202618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panose="02020603050405020304"/>
                <a:cs typeface="Times New Roman" panose="02020603050405020304"/>
              </a:rPr>
              <a:t>K.VARIJA</a:t>
            </a:r>
            <a:endParaRPr sz="2400" dirty="0">
              <a:latin typeface="Times New Roman" panose="02020603050405020304"/>
              <a:cs typeface="Times New Roman" panose="02020603050405020304"/>
            </a:endParaRPr>
          </a:p>
          <a:p>
            <a:pPr marL="1905" algn="ctr">
              <a:lnSpc>
                <a:spcPct val="100000"/>
              </a:lnSpc>
              <a:spcBef>
                <a:spcPts val="35"/>
              </a:spcBef>
            </a:pPr>
            <a:r>
              <a:rPr sz="1100" dirty="0">
                <a:latin typeface="Times New Roman" panose="02020603050405020304"/>
                <a:cs typeface="Times New Roman" panose="02020603050405020304"/>
              </a:rPr>
              <a:t>Roll No. </a:t>
            </a:r>
            <a:r>
              <a:rPr sz="1100" spc="-10" dirty="0">
                <a:latin typeface="Times New Roman" panose="02020603050405020304"/>
                <a:cs typeface="Times New Roman" panose="02020603050405020304"/>
              </a:rPr>
              <a:t>2</a:t>
            </a:r>
            <a:r>
              <a:rPr lang="en-IN" sz="1100" spc="-10" dirty="0">
                <a:latin typeface="Times New Roman" panose="02020603050405020304"/>
                <a:cs typeface="Times New Roman" panose="02020603050405020304"/>
              </a:rPr>
              <a:t>24G1A33C2</a:t>
            </a:r>
            <a:endParaRPr sz="1100" dirty="0">
              <a:latin typeface="Times New Roman" panose="02020603050405020304"/>
              <a:cs typeface="Times New Roman" panose="02020603050405020304"/>
            </a:endParaRPr>
          </a:p>
        </p:txBody>
      </p:sp>
      <p:sp>
        <p:nvSpPr>
          <p:cNvPr id="13" name="object 13"/>
          <p:cNvSpPr txBox="1"/>
          <p:nvPr/>
        </p:nvSpPr>
        <p:spPr>
          <a:xfrm>
            <a:off x="8812475" y="1737539"/>
            <a:ext cx="1855526" cy="552074"/>
          </a:xfrm>
          <a:prstGeom prst="rect">
            <a:avLst/>
          </a:prstGeom>
        </p:spPr>
        <p:txBody>
          <a:bodyPr vert="horz" wrap="square" lIns="0" tIns="13335" rIns="0" bIns="0" rtlCol="0">
            <a:spAutoFit/>
          </a:bodyPr>
          <a:lstStyle/>
          <a:p>
            <a:pPr algn="ctr">
              <a:lnSpc>
                <a:spcPct val="100000"/>
              </a:lnSpc>
              <a:spcBef>
                <a:spcPts val="105"/>
              </a:spcBef>
            </a:pPr>
            <a:r>
              <a:rPr lang="en-IN" sz="2400" spc="-30" dirty="0">
                <a:latin typeface="Times New Roman" panose="02020603050405020304"/>
                <a:cs typeface="Times New Roman" panose="02020603050405020304"/>
              </a:rPr>
              <a:t>C.REVATHI</a:t>
            </a:r>
            <a:r>
              <a:rPr sz="2400" spc="-30" dirty="0">
                <a:latin typeface="Times New Roman" panose="02020603050405020304"/>
                <a:cs typeface="Times New Roman" panose="02020603050405020304"/>
              </a:rPr>
              <a:t> </a:t>
            </a:r>
            <a:r>
              <a:rPr sz="1100" dirty="0">
                <a:latin typeface="Times New Roman" panose="02020603050405020304"/>
                <a:cs typeface="Times New Roman" panose="02020603050405020304"/>
              </a:rPr>
              <a:t>Roll No. </a:t>
            </a:r>
            <a:r>
              <a:rPr sz="1100" spc="-10" dirty="0">
                <a:latin typeface="Times New Roman" panose="02020603050405020304"/>
                <a:cs typeface="Times New Roman" panose="02020603050405020304"/>
              </a:rPr>
              <a:t>2</a:t>
            </a:r>
            <a:r>
              <a:rPr lang="en-IN" sz="1100" spc="-10" dirty="0">
                <a:latin typeface="Times New Roman" panose="02020603050405020304"/>
                <a:cs typeface="Times New Roman" panose="02020603050405020304"/>
              </a:rPr>
              <a:t>24G1A3381</a:t>
            </a:r>
            <a:endParaRPr sz="1100" dirty="0">
              <a:latin typeface="Times New Roman" panose="02020603050405020304"/>
              <a:cs typeface="Times New Roman" panose="02020603050405020304"/>
            </a:endParaRPr>
          </a:p>
        </p:txBody>
      </p:sp>
      <p:sp>
        <p:nvSpPr>
          <p:cNvPr id="14" name="object 14"/>
          <p:cNvSpPr txBox="1"/>
          <p:nvPr/>
        </p:nvSpPr>
        <p:spPr>
          <a:xfrm>
            <a:off x="729621" y="1768941"/>
            <a:ext cx="2623180" cy="552074"/>
          </a:xfrm>
          <a:prstGeom prst="rect">
            <a:avLst/>
          </a:prstGeom>
        </p:spPr>
        <p:txBody>
          <a:bodyPr vert="horz" wrap="square" lIns="0" tIns="13335" rIns="0" bIns="0" rtlCol="0">
            <a:spAutoFit/>
          </a:bodyPr>
          <a:lstStyle/>
          <a:p>
            <a:pPr algn="ctr">
              <a:lnSpc>
                <a:spcPct val="100000"/>
              </a:lnSpc>
              <a:spcBef>
                <a:spcPts val="105"/>
              </a:spcBef>
            </a:pPr>
            <a:r>
              <a:rPr lang="en-IN" sz="2400" spc="-50" dirty="0">
                <a:latin typeface="Times New Roman" panose="02020603050405020304"/>
                <a:cs typeface="Times New Roman" panose="02020603050405020304"/>
              </a:rPr>
              <a:t>T.YASWITHA</a:t>
            </a:r>
            <a:endParaRPr sz="2400" dirty="0">
              <a:latin typeface="Times New Roman" panose="02020603050405020304"/>
              <a:cs typeface="Times New Roman" panose="02020603050405020304"/>
            </a:endParaRPr>
          </a:p>
          <a:p>
            <a:pPr marL="1905" algn="ctr">
              <a:lnSpc>
                <a:spcPct val="100000"/>
              </a:lnSpc>
              <a:spcBef>
                <a:spcPts val="35"/>
              </a:spcBef>
            </a:pPr>
            <a:r>
              <a:rPr sz="1100" dirty="0">
                <a:latin typeface="Times New Roman" panose="02020603050405020304"/>
                <a:cs typeface="Times New Roman" panose="02020603050405020304"/>
              </a:rPr>
              <a:t>Roll No. </a:t>
            </a:r>
            <a:r>
              <a:rPr sz="1100" spc="-10" dirty="0">
                <a:latin typeface="Times New Roman" panose="02020603050405020304"/>
                <a:cs typeface="Times New Roman" panose="02020603050405020304"/>
              </a:rPr>
              <a:t>2</a:t>
            </a:r>
            <a:r>
              <a:rPr lang="en-IN" sz="1100" spc="-10" dirty="0">
                <a:latin typeface="Times New Roman" panose="02020603050405020304"/>
                <a:cs typeface="Times New Roman" panose="02020603050405020304"/>
              </a:rPr>
              <a:t>24G1A33C7</a:t>
            </a:r>
            <a:endParaRPr sz="1100" dirty="0">
              <a:latin typeface="Times New Roman" panose="02020603050405020304"/>
              <a:cs typeface="Times New Roman" panose="02020603050405020304"/>
            </a:endParaRPr>
          </a:p>
        </p:txBody>
      </p:sp>
      <p:grpSp>
        <p:nvGrpSpPr>
          <p:cNvPr id="15" name="object 15"/>
          <p:cNvGrpSpPr/>
          <p:nvPr/>
        </p:nvGrpSpPr>
        <p:grpSpPr>
          <a:xfrm>
            <a:off x="27751" y="196438"/>
            <a:ext cx="12115798" cy="972164"/>
            <a:chOff x="697858" y="297171"/>
            <a:chExt cx="10735260" cy="972164"/>
          </a:xfrm>
        </p:grpSpPr>
        <p:pic>
          <p:nvPicPr>
            <p:cNvPr id="16" name="object 16"/>
            <p:cNvPicPr/>
            <p:nvPr/>
          </p:nvPicPr>
          <p:blipFill>
            <a:blip r:embed="rId3" cstate="print"/>
            <a:stretch>
              <a:fillRect/>
            </a:stretch>
          </p:blipFill>
          <p:spPr>
            <a:xfrm>
              <a:off x="697858" y="297171"/>
              <a:ext cx="10735260" cy="972164"/>
            </a:xfrm>
            <a:prstGeom prst="rect">
              <a:avLst/>
            </a:prstGeom>
          </p:spPr>
        </p:pic>
        <p:sp>
          <p:nvSpPr>
            <p:cNvPr id="17" name="object 17"/>
            <p:cNvSpPr/>
            <p:nvPr/>
          </p:nvSpPr>
          <p:spPr>
            <a:xfrm>
              <a:off x="754950" y="343646"/>
              <a:ext cx="10610649"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dirty="0"/>
            </a:p>
          </p:txBody>
        </p:sp>
      </p:grpSp>
      <p:sp>
        <p:nvSpPr>
          <p:cNvPr id="18" name="object 18"/>
          <p:cNvSpPr txBox="1">
            <a:spLocks noGrp="1"/>
          </p:cNvSpPr>
          <p:nvPr>
            <p:ph type="title"/>
          </p:nvPr>
        </p:nvSpPr>
        <p:spPr>
          <a:xfrm>
            <a:off x="-1" y="491407"/>
            <a:ext cx="11858824" cy="443711"/>
          </a:xfrm>
          <a:prstGeom prst="rect">
            <a:avLst/>
          </a:prstGeom>
        </p:spPr>
        <p:txBody>
          <a:bodyPr vert="horz" wrap="square" lIns="0" tIns="12700" rIns="0" bIns="0" rtlCol="0">
            <a:spAutoFit/>
          </a:bodyPr>
          <a:lstStyle/>
          <a:p>
            <a:pPr marL="12700" algn="ctr">
              <a:lnSpc>
                <a:spcPct val="100000"/>
              </a:lnSpc>
              <a:spcBef>
                <a:spcPts val="100"/>
              </a:spcBef>
            </a:pPr>
            <a:r>
              <a:rPr lang="en-IN" sz="2800" dirty="0"/>
              <a:t>Soil Digital Twin System for Smart Farming Applications Using IOT &amp; ML</a:t>
            </a:r>
            <a:endParaRPr sz="2800" b="1"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panose="02020603050405020304"/>
                <a:cs typeface="Times New Roman" panose="02020603050405020304"/>
              </a:rPr>
              <a:t>by</a:t>
            </a:r>
            <a:endParaRPr sz="1600">
              <a:latin typeface="Times New Roman" panose="02020603050405020304"/>
              <a:cs typeface="Times New Roman" panose="02020603050405020304"/>
            </a:endParaRPr>
          </a:p>
        </p:txBody>
      </p:sp>
      <p:pic>
        <p:nvPicPr>
          <p:cNvPr id="20" name="object 20"/>
          <p:cNvPicPr/>
          <p:nvPr/>
        </p:nvPicPr>
        <p:blipFill>
          <a:blip r:embed="rId4" cstate="print"/>
          <a:stretch>
            <a:fillRect/>
          </a:stretch>
        </p:blipFill>
        <p:spPr>
          <a:xfrm>
            <a:off x="5282754" y="3542925"/>
            <a:ext cx="1843672" cy="1685486"/>
          </a:xfrm>
          <a:prstGeom prst="rect">
            <a:avLst/>
          </a:prstGeom>
        </p:spPr>
      </p:pic>
      <p:sp>
        <p:nvSpPr>
          <p:cNvPr id="25" name="object 9"/>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27" name="TextBox 26"/>
          <p:cNvSpPr txBox="1"/>
          <p:nvPr/>
        </p:nvSpPr>
        <p:spPr>
          <a:xfrm>
            <a:off x="6712746" y="6593138"/>
            <a:ext cx="6190180" cy="323165"/>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panose="02020603050405020304"/>
                <a:cs typeface="Times New Roman" panose="02020603050405020304"/>
              </a:rPr>
              <a:t>Srinivasa</a:t>
            </a:r>
            <a:r>
              <a:rPr lang="en-US" sz="1800" cap="small" spc="70" dirty="0">
                <a:solidFill>
                  <a:srgbClr val="FFFFFF"/>
                </a:solidFill>
                <a:latin typeface="Times New Roman" panose="02020603050405020304"/>
                <a:cs typeface="Times New Roman" panose="02020603050405020304"/>
              </a:rPr>
              <a:t> </a:t>
            </a:r>
            <a:r>
              <a:rPr lang="en-US" sz="1800" cap="small" spc="-120" dirty="0">
                <a:solidFill>
                  <a:srgbClr val="FFFFFF"/>
                </a:solidFill>
                <a:latin typeface="Times New Roman" panose="02020603050405020304"/>
                <a:cs typeface="Times New Roman" panose="02020603050405020304"/>
              </a:rPr>
              <a:t>Ramanujan</a:t>
            </a:r>
            <a:r>
              <a:rPr lang="en-US" sz="1800" cap="small" spc="75" dirty="0">
                <a:solidFill>
                  <a:srgbClr val="FFFFFF"/>
                </a:solidFill>
                <a:latin typeface="Times New Roman" panose="02020603050405020304"/>
                <a:cs typeface="Times New Roman" panose="02020603050405020304"/>
              </a:rPr>
              <a:t> </a:t>
            </a:r>
            <a:r>
              <a:rPr lang="en-US" sz="1800" cap="small" spc="-110" dirty="0">
                <a:solidFill>
                  <a:srgbClr val="FFFFFF"/>
                </a:solidFill>
                <a:latin typeface="Times New Roman" panose="02020603050405020304"/>
                <a:cs typeface="Times New Roman" panose="02020603050405020304"/>
              </a:rPr>
              <a:t>Institute</a:t>
            </a:r>
            <a:r>
              <a:rPr lang="en-US" sz="1800" cap="small" spc="75" dirty="0">
                <a:solidFill>
                  <a:srgbClr val="FFFFFF"/>
                </a:solidFill>
                <a:latin typeface="Times New Roman" panose="02020603050405020304"/>
                <a:cs typeface="Times New Roman" panose="02020603050405020304"/>
              </a:rPr>
              <a:t> </a:t>
            </a:r>
            <a:r>
              <a:rPr lang="en-US" sz="1800" cap="small" spc="-100" dirty="0">
                <a:solidFill>
                  <a:srgbClr val="FFFFFF"/>
                </a:solidFill>
                <a:latin typeface="Times New Roman" panose="02020603050405020304"/>
                <a:cs typeface="Times New Roman" panose="02020603050405020304"/>
              </a:rPr>
              <a:t>of</a:t>
            </a:r>
            <a:r>
              <a:rPr lang="en-US" sz="1800" cap="small" spc="75" dirty="0">
                <a:solidFill>
                  <a:srgbClr val="FFFFFF"/>
                </a:solidFill>
                <a:latin typeface="Times New Roman" panose="02020603050405020304"/>
                <a:cs typeface="Times New Roman" panose="02020603050405020304"/>
              </a:rPr>
              <a:t> </a:t>
            </a:r>
            <a:r>
              <a:rPr lang="en-US" sz="1800" cap="small" spc="-140" dirty="0">
                <a:solidFill>
                  <a:srgbClr val="FFFFFF"/>
                </a:solidFill>
                <a:latin typeface="Times New Roman" panose="02020603050405020304"/>
                <a:cs typeface="Times New Roman" panose="02020603050405020304"/>
              </a:rPr>
              <a:t>Technology</a:t>
            </a:r>
            <a:endParaRPr lang="en-US" sz="1800" dirty="0">
              <a:latin typeface="Times New Roman" panose="02020603050405020304"/>
              <a:cs typeface="Times New Roman" panose="02020603050405020304"/>
            </a:endParaRPr>
          </a:p>
        </p:txBody>
      </p:sp>
      <p:sp>
        <p:nvSpPr>
          <p:cNvPr id="21" name="object 12"/>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a:t>
            </a:fld>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9893"/>
            <a:ext cx="12196914" cy="803792"/>
            <a:chOff x="0" y="216249"/>
            <a:chExt cx="12196914" cy="803792"/>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4914" y="235217"/>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4744" y="293973"/>
            <a:ext cx="3820616" cy="689932"/>
          </a:xfrm>
          <a:prstGeom prst="rect">
            <a:avLst/>
          </a:prstGeom>
        </p:spPr>
        <p:txBody>
          <a:bodyPr vert="horz" wrap="square" lIns="0" tIns="12700" rIns="0" bIns="0" rtlCol="0">
            <a:spAutoFit/>
          </a:bodyPr>
          <a:lstStyle/>
          <a:p>
            <a:pPr marL="12700">
              <a:lnSpc>
                <a:spcPct val="100000"/>
              </a:lnSpc>
              <a:spcBef>
                <a:spcPts val="100"/>
              </a:spcBef>
            </a:pPr>
            <a:r>
              <a:rPr b="1" spc="-10" dirty="0"/>
              <a:t>Contents</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GB" dirty="0"/>
              <a:t>B </a:t>
            </a:r>
            <a:r>
              <a:rPr dirty="0"/>
              <a:t>-</a:t>
            </a:r>
            <a:r>
              <a:rPr lang="en-GB" dirty="0"/>
              <a:t> 08</a:t>
            </a:r>
            <a:endParaRPr spc="-25" dirty="0"/>
          </a:p>
        </p:txBody>
      </p:sp>
      <p:sp>
        <p:nvSpPr>
          <p:cNvPr id="9" name="object 9"/>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0" name="object 10"/>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1" name="object 11"/>
          <p:cNvSpPr txBox="1"/>
          <p:nvPr/>
        </p:nvSpPr>
        <p:spPr>
          <a:xfrm>
            <a:off x="11914728" y="6651444"/>
            <a:ext cx="127000" cy="230832"/>
          </a:xfrm>
          <a:prstGeom prst="rect">
            <a:avLst/>
          </a:prstGeom>
        </p:spPr>
        <p:txBody>
          <a:bodyPr vert="horz" wrap="square" lIns="0" tIns="0" rIns="0" bIns="0" rtlCol="0">
            <a:spAutoFit/>
          </a:bodyPr>
          <a:lstStyle/>
          <a:p>
            <a:pPr marL="12700">
              <a:lnSpc>
                <a:spcPts val="1845"/>
              </a:lnSpc>
            </a:pPr>
            <a:r>
              <a:rPr lang="en-IN" sz="1600" b="1" spc="-50" dirty="0">
                <a:solidFill>
                  <a:srgbClr val="002060"/>
                </a:solidFill>
                <a:latin typeface="Times New Roman" panose="02020603050405020304"/>
                <a:cs typeface="Times New Roman" panose="02020603050405020304"/>
              </a:rPr>
              <a:t>2</a:t>
            </a:r>
            <a:endParaRPr sz="1600" dirty="0">
              <a:latin typeface="Times New Roman" panose="02020603050405020304"/>
              <a:cs typeface="Times New Roman" panose="02020603050405020304"/>
            </a:endParaRPr>
          </a:p>
        </p:txBody>
      </p:sp>
      <p:sp>
        <p:nvSpPr>
          <p:cNvPr id="7" name="object 7"/>
          <p:cNvSpPr txBox="1"/>
          <p:nvPr/>
        </p:nvSpPr>
        <p:spPr>
          <a:xfrm>
            <a:off x="277272" y="983905"/>
            <a:ext cx="10210800" cy="3767698"/>
          </a:xfrm>
          <a:prstGeom prst="rect">
            <a:avLst/>
          </a:prstGeom>
        </p:spPr>
        <p:txBody>
          <a:bodyPr vert="horz" wrap="square" lIns="0" tIns="12700" rIns="0" bIns="0" rtlCol="0">
            <a:spAutoFit/>
          </a:bodyPr>
          <a:lstStyle/>
          <a:p>
            <a:r>
              <a:rPr lang="en-US" sz="2400" dirty="0">
                <a:latin typeface="Times New Roman" panose="02020603050405020304" pitchFamily="18" charset="0"/>
                <a:cs typeface="Times New Roman" panose="02020603050405020304" pitchFamily="18" charset="0"/>
              </a:rPr>
              <a:t>• Abstract</a:t>
            </a:r>
          </a:p>
          <a:p>
            <a:r>
              <a:rPr lang="en-US" sz="2400" dirty="0">
                <a:latin typeface="Times New Roman" panose="02020603050405020304" pitchFamily="18" charset="0"/>
                <a:cs typeface="Times New Roman" panose="02020603050405020304" pitchFamily="18" charset="0"/>
              </a:rPr>
              <a:t>• Introduction</a:t>
            </a:r>
          </a:p>
          <a:p>
            <a:r>
              <a:rPr lang="en-US" sz="2400" dirty="0">
                <a:latin typeface="Times New Roman" panose="02020603050405020304" pitchFamily="18" charset="0"/>
                <a:cs typeface="Times New Roman" panose="02020603050405020304" pitchFamily="18" charset="0"/>
              </a:rPr>
              <a:t>• Problem Statement</a:t>
            </a:r>
          </a:p>
          <a:p>
            <a:r>
              <a:rPr lang="en-US" sz="2400" dirty="0">
                <a:latin typeface="Times New Roman" panose="02020603050405020304" pitchFamily="18" charset="0"/>
                <a:cs typeface="Times New Roman" panose="02020603050405020304" pitchFamily="18" charset="0"/>
              </a:rPr>
              <a:t>• Objectives of Project</a:t>
            </a:r>
          </a:p>
          <a:p>
            <a:r>
              <a:rPr lang="en-US" sz="2400" dirty="0">
                <a:latin typeface="Times New Roman" panose="02020603050405020304" pitchFamily="18" charset="0"/>
                <a:cs typeface="Times New Roman" panose="02020603050405020304" pitchFamily="18" charset="0"/>
              </a:rPr>
              <a:t>• Methodology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System</a:t>
            </a:r>
          </a:p>
          <a:p>
            <a:r>
              <a:rPr lang="en-US" sz="2400" dirty="0">
                <a:latin typeface="Times New Roman" panose="02020603050405020304" pitchFamily="18" charset="0"/>
                <a:cs typeface="Times New Roman" panose="02020603050405020304" pitchFamily="18" charset="0"/>
              </a:rPr>
              <a:t>• Implementation Details</a:t>
            </a:r>
          </a:p>
          <a:p>
            <a:r>
              <a:rPr lang="en-US" sz="2400" dirty="0">
                <a:latin typeface="Times New Roman" panose="02020603050405020304" pitchFamily="18" charset="0"/>
                <a:cs typeface="Times New Roman" panose="02020603050405020304" pitchFamily="18" charset="0"/>
              </a:rPr>
              <a:t>• Expected Outcomes</a:t>
            </a:r>
          </a:p>
          <a:p>
            <a:r>
              <a:rPr lang="en-US" sz="2400" dirty="0">
                <a:latin typeface="Times New Roman" panose="02020603050405020304" pitchFamily="18" charset="0"/>
                <a:cs typeface="Times New Roman" panose="02020603050405020304" pitchFamily="18" charset="0"/>
              </a:rPr>
              <a:t>•Budget Estimation</a:t>
            </a:r>
          </a:p>
          <a:p>
            <a:endParaRPr lang="en-US" sz="2800" dirty="0">
              <a:latin typeface="Times New Roman" panose="02020603050405020304" pitchFamily="18" charset="0"/>
              <a:cs typeface="Times New Roman" panose="02020603050405020304" pitchFamily="18" charset="0"/>
            </a:endParaRPr>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2" name="object 7">
            <a:extLst>
              <a:ext uri="{FF2B5EF4-FFF2-40B4-BE49-F238E27FC236}">
                <a16:creationId xmlns:a16="http://schemas.microsoft.com/office/drawing/2014/main" id="{EA9FCE9C-CADA-4AF6-A055-77AE2D3C8DC5}"/>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77238" y="6634572"/>
            <a:ext cx="11414760" cy="223520"/>
            <a:chOff x="777238" y="6634572"/>
            <a:chExt cx="11414760" cy="223520"/>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54196"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endParaRPr/>
          </a:p>
        </p:txBody>
      </p:sp>
      <p:sp>
        <p:nvSpPr>
          <p:cNvPr id="9" name="object 9"/>
          <p:cNvSpPr txBox="1"/>
          <p:nvPr/>
        </p:nvSpPr>
        <p:spPr>
          <a:xfrm>
            <a:off x="56414" y="1031745"/>
            <a:ext cx="12079170" cy="4598695"/>
          </a:xfrm>
          <a:prstGeom prst="rect">
            <a:avLst/>
          </a:prstGeom>
        </p:spPr>
        <p:txBody>
          <a:bodyPr vert="horz" wrap="square" lIns="0" tIns="12700" rIns="0" bIns="0" rtlCol="0">
            <a:spAutoFit/>
          </a:bodyPr>
          <a:lstStyle/>
          <a:p>
            <a:pPr algn="just"/>
            <a:r>
              <a:rPr lang="en-US" sz="2000" b="1" dirty="0">
                <a:latin typeface="Times New Roman" panose="02020603050405020304" pitchFamily="18" charset="0"/>
                <a:cs typeface="Times New Roman" panose="02020603050405020304" pitchFamily="18" charset="0"/>
              </a:rPr>
              <a:t>Problem Statement:</a:t>
            </a:r>
          </a:p>
          <a:p>
            <a:pPr algn="just"/>
            <a:r>
              <a:rPr lang="en-US" sz="2000" dirty="0">
                <a:latin typeface="Times New Roman" panose="02020603050405020304" pitchFamily="18" charset="0"/>
                <a:cs typeface="Times New Roman" panose="02020603050405020304" pitchFamily="18" charset="0"/>
              </a:rPr>
              <a:t>Conventional soil monitoring systems use many sensors across the field, increasing cost, maintenance, and energy usage. They provide only real-time data, requiring farmers to manually interpret soil conditions, which may lead to inefficient water and soil management.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Monitor soil moisture and temperature using limited sensors at base points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Soil Digital Twin to represent actual soil conditions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soil behavior using ML and historical data</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 sensor deployment cost while maintaining reliable monitoring</a:t>
            </a:r>
          </a:p>
          <a:p>
            <a:pPr algn="just"/>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IoT sensors placed at selected base points collect soil parameters, which are mapped to a </a:t>
            </a:r>
            <a:r>
              <a:rPr lang="en-US" sz="2000" b="1" dirty="0">
                <a:latin typeface="Times New Roman" panose="02020603050405020304" pitchFamily="18" charset="0"/>
                <a:cs typeface="Times New Roman" panose="02020603050405020304" pitchFamily="18" charset="0"/>
              </a:rPr>
              <a:t>virtual soil model (Digital Twin)</a:t>
            </a:r>
            <a:r>
              <a:rPr lang="en-US" sz="2000" dirty="0">
                <a:latin typeface="Times New Roman" panose="02020603050405020304" pitchFamily="18" charset="0"/>
                <a:cs typeface="Times New Roman" panose="02020603050405020304" pitchFamily="18" charset="0"/>
              </a:rPr>
              <a:t>. The Digital Twin reflects current soil conditions and helps understand soil behavior efficiently using AI, enabling scalable and cost-effective smart farming.</a:t>
            </a:r>
            <a:endParaRPr lang="en-US" sz="2000" b="1"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Keywords:</a:t>
            </a:r>
          </a:p>
          <a:p>
            <a:pPr algn="just"/>
            <a:r>
              <a:rPr lang="en-IN" dirty="0"/>
              <a:t>	Soil Digital Twin, Smart Agriculture, IoT, Soil Monitoring, ML,</a:t>
            </a:r>
            <a:r>
              <a:rPr lang="en-US" dirty="0">
                <a:latin typeface="Times New Roman" panose="02020603050405020304" pitchFamily="18" charset="0"/>
                <a:cs typeface="Times New Roman" panose="02020603050405020304" pitchFamily="18" charset="0"/>
              </a:rPr>
              <a:t>Moisture,  Automated Irrigation , Sustainable Farming</a:t>
            </a:r>
          </a:p>
        </p:txBody>
      </p:sp>
      <p:sp>
        <p:nvSpPr>
          <p:cNvPr id="10" name="object 9"/>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2" name="TextBox 11"/>
          <p:cNvSpPr txBox="1"/>
          <p:nvPr/>
        </p:nvSpPr>
        <p:spPr>
          <a:xfrm>
            <a:off x="6905433" y="6600058"/>
            <a:ext cx="5846627" cy="562462"/>
          </a:xfrm>
          <a:prstGeom prst="rect">
            <a:avLst/>
          </a:prstGeom>
          <a:noFill/>
        </p:spPr>
        <p:txBody>
          <a:bodyPr wrap="square">
            <a:spAutoFit/>
          </a:bodyPr>
          <a:lstStyle/>
          <a:p>
            <a:pPr marL="12700">
              <a:lnSpc>
                <a:spcPts val="1845"/>
              </a:lnSpc>
            </a:pPr>
            <a:r>
              <a:rPr lang="en-US" sz="1600" cap="small" spc="-105" dirty="0">
                <a:solidFill>
                  <a:srgbClr val="FFFFFF"/>
                </a:solidFill>
                <a:latin typeface="Times New Roman" panose="02020603050405020304"/>
                <a:cs typeface="Times New Roman" panose="02020603050405020304"/>
              </a:rPr>
              <a:t>Srinivasa</a:t>
            </a:r>
            <a:r>
              <a:rPr lang="en-US" sz="1600" cap="small" spc="70" dirty="0">
                <a:solidFill>
                  <a:srgbClr val="FFFFFF"/>
                </a:solidFill>
                <a:latin typeface="Times New Roman" panose="02020603050405020304"/>
                <a:cs typeface="Times New Roman" panose="02020603050405020304"/>
              </a:rPr>
              <a:t> </a:t>
            </a:r>
            <a:r>
              <a:rPr lang="en-US" sz="1600" cap="small" spc="-120" dirty="0">
                <a:solidFill>
                  <a:srgbClr val="FFFFFF"/>
                </a:solidFill>
                <a:latin typeface="Times New Roman" panose="02020603050405020304"/>
                <a:cs typeface="Times New Roman" panose="02020603050405020304"/>
              </a:rPr>
              <a:t>Ramanujan</a:t>
            </a:r>
            <a:r>
              <a:rPr lang="en-US" sz="1600" cap="small" spc="75" dirty="0">
                <a:solidFill>
                  <a:srgbClr val="FFFFFF"/>
                </a:solidFill>
                <a:latin typeface="Times New Roman" panose="02020603050405020304"/>
                <a:cs typeface="Times New Roman" panose="02020603050405020304"/>
              </a:rPr>
              <a:t> </a:t>
            </a:r>
            <a:r>
              <a:rPr lang="en-US" sz="1600" cap="small" spc="-110" dirty="0">
                <a:solidFill>
                  <a:srgbClr val="FFFFFF"/>
                </a:solidFill>
                <a:latin typeface="Times New Roman" panose="02020603050405020304"/>
                <a:cs typeface="Times New Roman" panose="02020603050405020304"/>
              </a:rPr>
              <a:t>Institute</a:t>
            </a:r>
            <a:r>
              <a:rPr lang="en-US" sz="1600" cap="small" spc="75" dirty="0">
                <a:solidFill>
                  <a:srgbClr val="FFFFFF"/>
                </a:solidFill>
                <a:latin typeface="Times New Roman" panose="02020603050405020304"/>
                <a:cs typeface="Times New Roman" panose="02020603050405020304"/>
              </a:rPr>
              <a:t> </a:t>
            </a:r>
            <a:r>
              <a:rPr lang="en-US" sz="1600" cap="small" spc="-100" dirty="0">
                <a:solidFill>
                  <a:srgbClr val="FFFFFF"/>
                </a:solidFill>
                <a:latin typeface="Times New Roman" panose="02020603050405020304"/>
                <a:cs typeface="Times New Roman" panose="02020603050405020304"/>
              </a:rPr>
              <a:t>of</a:t>
            </a:r>
            <a:r>
              <a:rPr lang="en-US" sz="1600" cap="small" spc="75" dirty="0">
                <a:solidFill>
                  <a:srgbClr val="FFFFFF"/>
                </a:solidFill>
                <a:latin typeface="Times New Roman" panose="02020603050405020304"/>
                <a:cs typeface="Times New Roman" panose="02020603050405020304"/>
              </a:rPr>
              <a:t> </a:t>
            </a:r>
            <a:r>
              <a:rPr lang="en-US" sz="1600" cap="small" spc="-140" dirty="0">
                <a:solidFill>
                  <a:srgbClr val="FFFFFF"/>
                </a:solidFill>
                <a:latin typeface="Times New Roman" panose="02020603050405020304"/>
                <a:cs typeface="Times New Roman" panose="02020603050405020304"/>
              </a:rPr>
              <a:t>Technology</a:t>
            </a:r>
            <a:endParaRPr lang="en-US" sz="1600" dirty="0">
              <a:latin typeface="Times New Roman" panose="02020603050405020304"/>
              <a:cs typeface="Times New Roman" panose="02020603050405020304"/>
            </a:endParaRPr>
          </a:p>
          <a:p>
            <a:pPr marL="12700">
              <a:lnSpc>
                <a:spcPts val="1845"/>
              </a:lnSpc>
            </a:pPr>
            <a:endParaRPr lang="en-US" sz="2200" dirty="0">
              <a:latin typeface="Times New Roman" panose="02020603050405020304"/>
              <a:cs typeface="Times New Roman" panose="02020603050405020304"/>
            </a:endParaRPr>
          </a:p>
        </p:txBody>
      </p:sp>
      <p:sp>
        <p:nvSpPr>
          <p:cNvPr id="22" name="object 5"/>
          <p:cNvSpPr/>
          <p:nvPr/>
        </p:nvSpPr>
        <p:spPr>
          <a:xfrm>
            <a:off x="2458" y="212865"/>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p:cNvSpPr txBox="1">
            <a:spLocks noGrp="1"/>
          </p:cNvSpPr>
          <p:nvPr>
            <p:ph type="title"/>
          </p:nvPr>
        </p:nvSpPr>
        <p:spPr>
          <a:xfrm>
            <a:off x="17206" y="225404"/>
            <a:ext cx="7526594" cy="689932"/>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Abstract</a:t>
            </a:r>
            <a:endParaRPr b="1" spc="-10" dirty="0"/>
          </a:p>
        </p:txBody>
      </p:sp>
      <p:sp>
        <p:nvSpPr>
          <p:cNvPr id="29" name="object 12"/>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16"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GB" dirty="0"/>
              <a:t>B </a:t>
            </a:r>
            <a:r>
              <a:rPr dirty="0"/>
              <a:t>-</a:t>
            </a:r>
            <a:r>
              <a:rPr lang="en-GB" dirty="0"/>
              <a:t> 08</a:t>
            </a: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7" name="object 7">
            <a:extLst>
              <a:ext uri="{FF2B5EF4-FFF2-40B4-BE49-F238E27FC236}">
                <a16:creationId xmlns:a16="http://schemas.microsoft.com/office/drawing/2014/main" id="{EA3BB0E1-E435-4E10-B48C-CFA739EDB29A}"/>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8054" y="197358"/>
            <a:ext cx="3888104" cy="1367041"/>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Introduction</a:t>
            </a:r>
            <a:br>
              <a:rPr lang="en-US" dirty="0">
                <a:latin typeface="Times New Roman" panose="02020603050405020304" pitchFamily="18" charset="0"/>
                <a:cs typeface="Times New Roman" panose="02020603050405020304" pitchFamily="18" charset="0"/>
              </a:rPr>
            </a:br>
            <a:endParaRPr b="1"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16" name="object 2"/>
          <p:cNvSpPr txBox="1"/>
          <p:nvPr/>
        </p:nvSpPr>
        <p:spPr>
          <a:xfrm>
            <a:off x="1524000" y="-52301"/>
            <a:ext cx="8534400" cy="517525"/>
          </a:xfrm>
          <a:prstGeom prst="rect">
            <a:avLst/>
          </a:prstGeom>
        </p:spPr>
        <p:txBody>
          <a:bodyPr vert="horz" wrap="square" lIns="0" tIns="12700" rIns="0" bIns="0" rtlCol="0">
            <a:spAutoFit/>
          </a:bodyPr>
          <a:lstStyle/>
          <a:p>
            <a:pPr marL="12700" algn="ctr">
              <a:spcBef>
                <a:spcPts val="100"/>
              </a:spcBef>
            </a:pPr>
            <a:endParaRPr lang="en-US" sz="1600" dirty="0">
              <a:solidFill>
                <a:schemeClr val="bg2"/>
              </a:solidFill>
              <a:latin typeface="Times New Roman" panose="02020603050405020304" pitchFamily="18" charset="0"/>
              <a:cs typeface="Times New Roman" panose="02020603050405020304" pitchFamily="18" charset="0"/>
            </a:endParaRPr>
          </a:p>
          <a:p>
            <a:pPr marL="12700" algn="ctr">
              <a:lnSpc>
                <a:spcPct val="100000"/>
              </a:lnSpc>
              <a:spcBef>
                <a:spcPts val="100"/>
              </a:spcBef>
            </a:pPr>
            <a:endParaRPr sz="1600" dirty="0">
              <a:solidFill>
                <a:schemeClr val="bg1"/>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47037" y="1095791"/>
            <a:ext cx="11821618" cy="4401205"/>
          </a:xfrm>
          <a:prstGeom prst="rect">
            <a:avLst/>
          </a:prstGeom>
          <a:noFill/>
        </p:spPr>
        <p:txBody>
          <a:bodyPr wrap="square" rtlCol="0">
            <a:spAutoFit/>
          </a:bodyPr>
          <a:lstStyle/>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Soil quality and effective soil management play a vital role in agricultural productivity, water conservation, and sustainable farming practices. However, many farmers still depend on manual observation to decide irrigation, seeding, and mulching activities. This often leads to inefficient water usage, uneven seed germination, and unnecessary mulching, resulting in increased costs and reduced farming efficiency.</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project presents an </a:t>
            </a:r>
            <a:r>
              <a:rPr lang="en-US" sz="2000" b="1" dirty="0">
                <a:latin typeface="Times New Roman" panose="02020603050405020304" pitchFamily="18" charset="0"/>
                <a:cs typeface="Times New Roman" panose="02020603050405020304" pitchFamily="18" charset="0"/>
              </a:rPr>
              <a:t>ML-based Soil Digital Twin System using IoT sensors</a:t>
            </a:r>
            <a:r>
              <a:rPr lang="en-US" sz="2000" dirty="0">
                <a:latin typeface="Times New Roman" panose="02020603050405020304" pitchFamily="18" charset="0"/>
                <a:cs typeface="Times New Roman" panose="02020603050405020304" pitchFamily="18" charset="0"/>
              </a:rPr>
              <a:t> to support data-driven soil monitoring and management. Sensors placed at selected base points continuously measure key soil parameters such as soil moisture and soil temperature. These sensor readings are used to update a </a:t>
            </a:r>
            <a:r>
              <a:rPr lang="en-US" sz="2000" b="1" dirty="0">
                <a:latin typeface="Times New Roman" panose="02020603050405020304" pitchFamily="18" charset="0"/>
                <a:cs typeface="Times New Roman" panose="02020603050405020304" pitchFamily="18" charset="0"/>
              </a:rPr>
              <a:t>virtual soil model (Digital Twin)</a:t>
            </a:r>
            <a:r>
              <a:rPr lang="en-US" sz="2000" dirty="0">
                <a:latin typeface="Times New Roman" panose="02020603050405020304" pitchFamily="18" charset="0"/>
                <a:cs typeface="Times New Roman" panose="02020603050405020304" pitchFamily="18" charset="0"/>
              </a:rPr>
              <a:t> that represents the actual soil condition of the field.</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Based on the current soil state represented by the Digital Twin, the system helps in understanding soil conditions for effective irrigation, seeding, and mulching decisions. By reducing dependency on dense sensor deployment and manual estimation, the proposed system improves resource utilization, enhances crop growth, and supports sustainable and cost-effective farming practices.</a:t>
            </a:r>
          </a:p>
        </p:txBody>
      </p:sp>
      <p:sp>
        <p:nvSpPr>
          <p:cNvPr id="2"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E1C90090-755F-45D6-9970-9B2BB43C4C4E}"/>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p:cNvGrpSpPr/>
          <p:nvPr/>
        </p:nvGrpSpPr>
        <p:grpSpPr>
          <a:xfrm>
            <a:off x="-2" y="216249"/>
            <a:ext cx="12192000" cy="803910"/>
            <a:chOff x="-2" y="216249"/>
            <a:chExt cx="12192000" cy="803910"/>
          </a:xfrm>
        </p:grpSpPr>
        <p:pic>
          <p:nvPicPr>
            <p:cNvPr id="5" name="object 4"/>
            <p:cNvPicPr/>
            <p:nvPr/>
          </p:nvPicPr>
          <p:blipFill>
            <a:blip r:embed="rId2" cstate="print"/>
            <a:stretch>
              <a:fillRect/>
            </a:stretch>
          </p:blipFill>
          <p:spPr>
            <a:xfrm>
              <a:off x="0" y="216249"/>
              <a:ext cx="12192000" cy="803792"/>
            </a:xfrm>
            <a:prstGeom prst="rect">
              <a:avLst/>
            </a:prstGeom>
          </p:spPr>
        </p:pic>
        <p:sp>
          <p:nvSpPr>
            <p:cNvPr id="6"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10" name="object 6"/>
          <p:cNvSpPr txBox="1">
            <a:spLocks noGrp="1"/>
          </p:cNvSpPr>
          <p:nvPr>
            <p:ph type="title"/>
          </p:nvPr>
        </p:nvSpPr>
        <p:spPr>
          <a:xfrm>
            <a:off x="22122" y="274347"/>
            <a:ext cx="8588478" cy="689932"/>
          </a:xfrm>
          <a:prstGeom prst="rect">
            <a:avLst/>
          </a:prstGeom>
        </p:spPr>
        <p:txBody>
          <a:bodyPr vert="horz" wrap="square" lIns="0" tIns="12700" rIns="0" bIns="0" rtlCol="0">
            <a:spAutoFit/>
          </a:bodyPr>
          <a:lstStyle/>
          <a:p>
            <a:pPr marL="12700" algn="l">
              <a:lnSpc>
                <a:spcPct val="100000"/>
              </a:lnSpc>
              <a:spcBef>
                <a:spcPts val="100"/>
              </a:spcBef>
            </a:pPr>
            <a:r>
              <a:rPr lang="en-US" b="1" spc="-10" dirty="0">
                <a:latin typeface="Times New Roman" panose="02020603050405020304" pitchFamily="18" charset="0"/>
                <a:cs typeface="Times New Roman" panose="02020603050405020304" pitchFamily="18" charset="0"/>
              </a:rPr>
              <a:t>Problem Statement</a:t>
            </a:r>
            <a:endParaRPr b="1" spc="-10" dirty="0"/>
          </a:p>
        </p:txBody>
      </p:sp>
      <p:sp>
        <p:nvSpPr>
          <p:cNvPr id="17"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18"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(AI&amp;ML</a:t>
            </a:r>
            <a:r>
              <a:rPr lang="en-US" cap="small" spc="-95" dirty="0"/>
              <a:t>)</a:t>
            </a:r>
          </a:p>
          <a:p>
            <a:pPr marL="12700">
              <a:lnSpc>
                <a:spcPts val="1845"/>
              </a:lnSpc>
            </a:pPr>
            <a:endParaRPr cap="small" spc="-95" dirty="0"/>
          </a:p>
        </p:txBody>
      </p:sp>
      <p:sp>
        <p:nvSpPr>
          <p:cNvPr id="19" name="object 10"/>
          <p:cNvSpPr txBox="1"/>
          <p:nvPr/>
        </p:nvSpPr>
        <p:spPr>
          <a:xfrm>
            <a:off x="6842777" y="662524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20" name="object 12"/>
          <p:cNvSpPr txBox="1">
            <a:spLocks noGrp="1"/>
          </p:cNvSpPr>
          <p:nvPr>
            <p:ph type="sldNum" sz="quarter" idx="7"/>
          </p:nvPr>
        </p:nvSpPr>
        <p:spPr>
          <a:xfrm>
            <a:off x="11858823" y="6629309"/>
            <a:ext cx="228600" cy="230832"/>
          </a:xfrm>
          <a:prstGeom prst="rect">
            <a:avLst/>
          </a:prstGeom>
        </p:spPr>
        <p:txBody>
          <a:bodyPr vert="horz" wrap="square" lIns="0" tIns="0" rIns="0" bIns="0" rtlCol="0">
            <a:spAutoFit/>
          </a:bodyPr>
          <a:lstStyle/>
          <a:p>
            <a:pPr marL="12700">
              <a:lnSpc>
                <a:spcPts val="1845"/>
              </a:lnSpc>
            </a:pPr>
            <a:r>
              <a:rPr lang="en-US" spc="-25" dirty="0"/>
              <a:t>8</a:t>
            </a: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2" name="object 7">
            <a:extLst>
              <a:ext uri="{FF2B5EF4-FFF2-40B4-BE49-F238E27FC236}">
                <a16:creationId xmlns:a16="http://schemas.microsoft.com/office/drawing/2014/main" id="{A3264C05-A697-4A27-A05F-5AD28F523666}"/>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5CEF38C-EBA2-495F-949A-067996D67427}"/>
              </a:ext>
            </a:extLst>
          </p:cNvPr>
          <p:cNvSpPr txBox="1"/>
          <p:nvPr/>
        </p:nvSpPr>
        <p:spPr>
          <a:xfrm>
            <a:off x="141783" y="947769"/>
            <a:ext cx="12072337" cy="5078313"/>
          </a:xfrm>
          <a:prstGeom prst="rect">
            <a:avLst/>
          </a:prstGeom>
          <a:noFill/>
        </p:spPr>
        <p:txBody>
          <a:bodyPr wrap="square" rtlCol="0">
            <a:spAutoFit/>
          </a:bodyPr>
          <a:lstStyle/>
          <a:p>
            <a:pPr marL="342900" indent="-342900" algn="just">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Soil health plays a critical role in determining crop productivity, water utilization efficiency, and overall agricultural sustainability. However, traditional soil monitoring practices rely heavily on manual sampling and laboratory testing, which are time-consuming, costly, and incapable of providing real-time insights. Farmers often make irrigation and fertilization decisions based on experience or visual observation rather than accurate soil condition data. This can result in over-irrigation, nutrient imbalance, reduced crop yield, and unnecessary resource wastage.</a:t>
            </a:r>
          </a:p>
          <a:p>
            <a:pPr marL="342900" indent="-342900" algn="just">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Moreover, soil parameters such as moisture, pH, temperature, and humidity vary dynamically due to changing environmental conditions. Continuous monitoring of large agricultural fields is difficult using conventional methods, making it challenging to detect stress conditions at an early stage. Lack of timely and data-driven decision support limits the adoption of precision agriculture practices, especially in small and medium-scale farms.</a:t>
            </a:r>
          </a:p>
          <a:p>
            <a:pPr marL="342900" indent="-342900" algn="just">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Therefore, there is a need for an intelligent, real-time monitoring and decision-support system that can continuously track soil conditions, </a:t>
            </a:r>
            <a:r>
              <a:rPr lang="en-GB" dirty="0" err="1">
                <a:latin typeface="Times New Roman" panose="02020603050405020304" pitchFamily="18" charset="0"/>
                <a:cs typeface="Times New Roman" panose="02020603050405020304" pitchFamily="18" charset="0"/>
              </a:rPr>
              <a:t>analyze</a:t>
            </a:r>
            <a:r>
              <a:rPr lang="en-GB" dirty="0">
                <a:latin typeface="Times New Roman" panose="02020603050405020304" pitchFamily="18" charset="0"/>
                <a:cs typeface="Times New Roman" panose="02020603050405020304" pitchFamily="18" charset="0"/>
              </a:rPr>
              <a:t> trends, and provide predictive recommendations for irrigation and soil management. The proposed </a:t>
            </a:r>
            <a:r>
              <a:rPr lang="en-GB" b="1" dirty="0">
                <a:latin typeface="Times New Roman" panose="02020603050405020304" pitchFamily="18" charset="0"/>
                <a:cs typeface="Times New Roman" panose="02020603050405020304" pitchFamily="18" charset="0"/>
              </a:rPr>
              <a:t>Soil Digital Twin System for Smart Farming Applications using IoT and Machine Learning</a:t>
            </a:r>
            <a:r>
              <a:rPr lang="en-GB" dirty="0">
                <a:latin typeface="Times New Roman" panose="02020603050405020304" pitchFamily="18" charset="0"/>
                <a:cs typeface="Times New Roman" panose="02020603050405020304" pitchFamily="18" charset="0"/>
              </a:rPr>
              <a:t> aims to create a virtual replica of the physical soil environment, enabling data-driven irrigation control, efficient resource utilization, and sustainable agricultural practices. This system supports precision farming by integrating IoT-based sensing, cloud connectivity, and machine learning-driven analytics to improve crop health, reduce water wastage, and enhance overall farm productivity.</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7039" y="245298"/>
            <a:ext cx="7364361" cy="689932"/>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Objectives:</a:t>
            </a:r>
            <a:endParaRPr spc="-10" dirty="0"/>
          </a:p>
        </p:txBody>
      </p:sp>
      <p:sp>
        <p:nvSpPr>
          <p:cNvPr id="9" name="object 9"/>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IN" spc="-25" dirty="0"/>
              <a:t>B - 08</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TextBox 13"/>
          <p:cNvSpPr txBox="1"/>
          <p:nvPr/>
        </p:nvSpPr>
        <p:spPr>
          <a:xfrm>
            <a:off x="-9832" y="1032580"/>
            <a:ext cx="12050660" cy="5632311"/>
          </a:xfrm>
          <a:prstGeom prst="rect">
            <a:avLst/>
          </a:prstGeom>
          <a:noFill/>
        </p:spPr>
        <p:txBody>
          <a:bodyPr wrap="square" rtlCol="0">
            <a:spAutoFit/>
          </a:body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Efficient Soil Monitoring: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Monitor soil moisture and temperature using sensors placed at selected base points instead of dense sensor deployment.</a:t>
            </a: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Soil Digital Twin Development: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Create a virtual soil model that accurately represents real soil conditions using sensor inputs.</a:t>
            </a: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AI-Based Soil Modeling: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 AI techniques to understand soil behavior based on historical and current sensor data.</a:t>
            </a: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Cost-Effective System Design: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Reduce hardware, maintenance, and energy costs by minimizing the number of sensors required.</a:t>
            </a: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Scalable Smart Agriculture Solution: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Enable reliable soil monitoring and management that can be easily scaled to larger agricultural fields.</a:t>
            </a:r>
          </a:p>
          <a:p>
            <a:endParaRPr lang="en-IN" sz="2200" dirty="0">
              <a:latin typeface="Times New Roman" panose="02020603050405020304" pitchFamily="18" charset="0"/>
              <a:cs typeface="Times New Roman" panose="02020603050405020304" pitchFamily="18" charset="0"/>
            </a:endParaRPr>
          </a:p>
          <a:p>
            <a:pPr lvl="3" algn="l"/>
            <a:endParaRPr lang="en-US" sz="2000" dirty="0">
              <a:latin typeface="Times New Roman" panose="02020603050405020304" pitchFamily="18" charset="0"/>
              <a:cs typeface="Times New Roman" panose="02020603050405020304" pitchFamily="18" charset="0"/>
            </a:endParaRPr>
          </a:p>
          <a:p>
            <a:endParaRPr lang="en-IN"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89197415-9A0C-400A-9505-295F06FA2FCB}"/>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0" y="216249"/>
            <a:ext cx="9372600" cy="1367041"/>
          </a:xfrm>
          <a:prstGeom prst="rect">
            <a:avLst/>
          </a:prstGeom>
        </p:spPr>
        <p:txBody>
          <a:bodyPr vert="horz" wrap="square" lIns="0" tIns="12700" rIns="0" bIns="0" rtlCol="0">
            <a:spAutoFit/>
          </a:bodyPr>
          <a:lstStyle/>
          <a:p>
            <a:pPr marL="12700">
              <a:spcBef>
                <a:spcPts val="100"/>
              </a:spcBef>
              <a:tabLst>
                <a:tab pos="2232025" algn="l"/>
              </a:tabLst>
            </a:pPr>
            <a:r>
              <a:rPr lang="en-US" b="1" dirty="0">
                <a:latin typeface="Times New Roman" panose="02020603050405020304" pitchFamily="18" charset="0"/>
                <a:cs typeface="Times New Roman" panose="02020603050405020304" pitchFamily="18" charset="0"/>
              </a:rPr>
              <a:t>Proposed System</a:t>
            </a:r>
            <a:br>
              <a:rPr lang="en-US" dirty="0">
                <a:latin typeface="Times New Roman" panose="02020603050405020304" pitchFamily="18" charset="0"/>
                <a:cs typeface="Times New Roman" panose="02020603050405020304" pitchFamily="18" charset="0"/>
              </a:rPr>
            </a:br>
            <a:endParaRPr b="1" spc="-10" dirty="0">
              <a:latin typeface="Times New Roman" panose="02020603050405020304" pitchFamily="18" charset="0"/>
              <a:cs typeface="Times New Roman" panose="02020603050405020304" pitchFamily="18" charset="0"/>
            </a:endParaRPr>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sp>
        <p:nvSpPr>
          <p:cNvPr id="12"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7"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8" name="Rectangle 2"/>
          <p:cNvSpPr>
            <a:spLocks noChangeArrowheads="1"/>
          </p:cNvSpPr>
          <p:nvPr/>
        </p:nvSpPr>
        <p:spPr bwMode="auto">
          <a:xfrm rot="10800000" flipV="1">
            <a:off x="59780" y="1676400"/>
            <a:ext cx="1205021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AutoShape 4"/>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9988" y="1034328"/>
            <a:ext cx="4587223" cy="5364249"/>
          </a:xfrm>
          <a:prstGeom prst="rect">
            <a:avLst/>
          </a:prstGeom>
        </p:spPr>
      </p:pic>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4" name="object 7">
            <a:extLst>
              <a:ext uri="{FF2B5EF4-FFF2-40B4-BE49-F238E27FC236}">
                <a16:creationId xmlns:a16="http://schemas.microsoft.com/office/drawing/2014/main" id="{87B6EB58-B67A-49D6-B14B-D75B363E879A}"/>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p:cNvGrpSpPr/>
          <p:nvPr/>
        </p:nvGrpSpPr>
        <p:grpSpPr>
          <a:xfrm>
            <a:off x="-6454" y="217358"/>
            <a:ext cx="12192000" cy="803910"/>
            <a:chOff x="-2" y="216249"/>
            <a:chExt cx="12192000" cy="803910"/>
          </a:xfrm>
        </p:grpSpPr>
        <p:pic>
          <p:nvPicPr>
            <p:cNvPr id="5" name="object 4"/>
            <p:cNvPicPr/>
            <p:nvPr/>
          </p:nvPicPr>
          <p:blipFill>
            <a:blip r:embed="rId2" cstate="print"/>
            <a:stretch>
              <a:fillRect/>
            </a:stretch>
          </p:blipFill>
          <p:spPr>
            <a:xfrm>
              <a:off x="0" y="216249"/>
              <a:ext cx="12192000" cy="803792"/>
            </a:xfrm>
            <a:prstGeom prst="rect">
              <a:avLst/>
            </a:prstGeom>
          </p:spPr>
        </p:pic>
        <p:sp>
          <p:nvSpPr>
            <p:cNvPr id="6"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10" name="object 6"/>
          <p:cNvSpPr txBox="1">
            <a:spLocks noGrp="1"/>
          </p:cNvSpPr>
          <p:nvPr>
            <p:ph type="title"/>
          </p:nvPr>
        </p:nvSpPr>
        <p:spPr>
          <a:xfrm>
            <a:off x="22121" y="274347"/>
            <a:ext cx="6820655" cy="689932"/>
          </a:xfrm>
          <a:prstGeom prst="rect">
            <a:avLst/>
          </a:prstGeom>
        </p:spPr>
        <p:txBody>
          <a:bodyPr vert="horz" wrap="square" lIns="0" tIns="12700" rIns="0" bIns="0" rtlCol="0">
            <a:spAutoFit/>
          </a:bodyPr>
          <a:lstStyle/>
          <a:p>
            <a:pPr marL="12700" algn="l">
              <a:lnSpc>
                <a:spcPct val="100000"/>
              </a:lnSpc>
              <a:spcBef>
                <a:spcPts val="100"/>
              </a:spcBef>
            </a:pPr>
            <a:r>
              <a:rPr lang="en-US" b="1" spc="-10" dirty="0">
                <a:latin typeface="Times New Roman" panose="02020603050405020304" pitchFamily="18" charset="0"/>
                <a:cs typeface="Times New Roman" panose="02020603050405020304" pitchFamily="18" charset="0"/>
              </a:rPr>
              <a:t>Methodology</a:t>
            </a:r>
            <a:endParaRPr b="1" spc="-10" dirty="0"/>
          </a:p>
        </p:txBody>
      </p:sp>
      <p:sp>
        <p:nvSpPr>
          <p:cNvPr id="17"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18"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(AI&amp;ML</a:t>
            </a:r>
            <a:r>
              <a:rPr lang="en-US" cap="small" spc="-95" dirty="0"/>
              <a:t>)</a:t>
            </a:r>
          </a:p>
          <a:p>
            <a:pPr marL="12700">
              <a:lnSpc>
                <a:spcPts val="1845"/>
              </a:lnSpc>
            </a:pPr>
            <a:endParaRPr cap="small" spc="-95" dirty="0"/>
          </a:p>
        </p:txBody>
      </p:sp>
      <p:sp>
        <p:nvSpPr>
          <p:cNvPr id="19" name="object 10"/>
          <p:cNvSpPr txBox="1"/>
          <p:nvPr/>
        </p:nvSpPr>
        <p:spPr>
          <a:xfrm>
            <a:off x="6842777" y="662524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20" name="object 12"/>
          <p:cNvSpPr txBox="1">
            <a:spLocks noGrp="1"/>
          </p:cNvSpPr>
          <p:nvPr>
            <p:ph type="sldNum" sz="quarter" idx="7"/>
          </p:nvPr>
        </p:nvSpPr>
        <p:spPr>
          <a:xfrm>
            <a:off x="11858823" y="6629309"/>
            <a:ext cx="228600" cy="230832"/>
          </a:xfrm>
          <a:prstGeom prst="rect">
            <a:avLst/>
          </a:prstGeom>
        </p:spPr>
        <p:txBody>
          <a:bodyPr vert="horz" wrap="square" lIns="0" tIns="0" rIns="0" bIns="0" rtlCol="0">
            <a:spAutoFit/>
          </a:bodyPr>
          <a:lstStyle/>
          <a:p>
            <a:pPr marL="12700">
              <a:lnSpc>
                <a:spcPts val="1845"/>
              </a:lnSpc>
            </a:pPr>
            <a:r>
              <a:rPr lang="en-US" spc="-25" dirty="0"/>
              <a:t>11</a:t>
            </a:r>
            <a:endParaRPr spc="-25" dirty="0"/>
          </a:p>
        </p:txBody>
      </p:sp>
      <p:sp>
        <p:nvSpPr>
          <p:cNvPr id="32" name="Text Placeholder 31"/>
          <p:cNvSpPr>
            <a:spLocks noGrp="1"/>
          </p:cNvSpPr>
          <p:nvPr>
            <p:ph type="body" idx="1"/>
          </p:nvPr>
        </p:nvSpPr>
        <p:spPr>
          <a:xfrm>
            <a:off x="179197" y="3366424"/>
            <a:ext cx="11812905" cy="830997"/>
          </a:xfrm>
        </p:spPr>
        <p:txBody>
          <a:bodyPr/>
          <a:lstStyle/>
          <a:p>
            <a:pPr algn="just"/>
            <a:endParaRPr lang="en-IN" dirty="0"/>
          </a:p>
          <a:p>
            <a:pPr algn="just"/>
            <a:endParaRPr lang="en-IN" dirty="0"/>
          </a:p>
          <a:p>
            <a:pPr algn="just"/>
            <a:endParaRPr lang="en-IN" dirty="0"/>
          </a:p>
        </p:txBody>
      </p:sp>
      <p:sp>
        <p:nvSpPr>
          <p:cNvPr id="8" name="Text Placeholder 31"/>
          <p:cNvSpPr txBox="1"/>
          <p:nvPr/>
        </p:nvSpPr>
        <p:spPr>
          <a:xfrm>
            <a:off x="53477" y="983065"/>
            <a:ext cx="11812905" cy="5509200"/>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The Soil Digital Twin System begins its operation by initializing all hardware components including soil moisture sensors, pH sensor, temperature sensor, humidity sensor, </a:t>
            </a:r>
            <a:r>
              <a:rPr lang="en-GB" sz="2000" dirty="0" err="1">
                <a:latin typeface="Times New Roman" panose="02020603050405020304" pitchFamily="18" charset="0"/>
                <a:cs typeface="Times New Roman" panose="02020603050405020304" pitchFamily="18" charset="0"/>
              </a:rPr>
              <a:t>NodeMCU</a:t>
            </a:r>
            <a:r>
              <a:rPr lang="en-GB" sz="2000" dirty="0">
                <a:latin typeface="Times New Roman" panose="02020603050405020304" pitchFamily="18" charset="0"/>
                <a:cs typeface="Times New Roman" panose="02020603050405020304" pitchFamily="18" charset="0"/>
              </a:rPr>
              <a:t>/ESP8266 microcontroller, power supply unit, and Wi-Fi connectivity module. Proper calibration of sensors is performed to ensure accurate measurement of soil parameters. The microcontroller establishes communication with the cloud server for real-time data transmission and storage.</a:t>
            </a:r>
          </a:p>
          <a:p>
            <a:pPr marL="342900" indent="-342900" algn="just">
              <a:buFont typeface="Wingdings" panose="05000000000000000000" pitchFamily="2" charset="2"/>
              <a:buChar char="v"/>
            </a:pPr>
            <a:endParaRPr 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As the sensors collect real-time soil data, the microcontroller </a:t>
            </a:r>
            <a:r>
              <a:rPr lang="en-GB" sz="2000" dirty="0" err="1">
                <a:latin typeface="Times New Roman" panose="02020603050405020304" pitchFamily="18" charset="0"/>
                <a:cs typeface="Times New Roman" panose="02020603050405020304" pitchFamily="18" charset="0"/>
              </a:rPr>
              <a:t>preprocesses</a:t>
            </a:r>
            <a:r>
              <a:rPr lang="en-GB" sz="2000" dirty="0">
                <a:latin typeface="Times New Roman" panose="02020603050405020304" pitchFamily="18" charset="0"/>
                <a:cs typeface="Times New Roman" panose="02020603050405020304" pitchFamily="18" charset="0"/>
              </a:rPr>
              <a:t> the readings by filtering noise and removing outliers. The processed data is transmitted to a cloud-based platform where it is stored and visualized through a web dashboard. The Digital Twin model creates a virtual replica of the physical soil environment by continuously synchronizing real-world sensor data with the cloud database.</a:t>
            </a:r>
          </a:p>
          <a:p>
            <a:pPr marL="342900" indent="-342900" algn="just">
              <a:buFont typeface="Wingdings" panose="05000000000000000000" pitchFamily="2" charset="2"/>
              <a:buChar char="v"/>
            </a:pPr>
            <a:endParaRPr 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Machine Learning algorithms are applied to </a:t>
            </a:r>
            <a:r>
              <a:rPr lang="en-GB" sz="2000" dirty="0" err="1">
                <a:latin typeface="Times New Roman" panose="02020603050405020304" pitchFamily="18" charset="0"/>
                <a:cs typeface="Times New Roman" panose="02020603050405020304" pitchFamily="18" charset="0"/>
              </a:rPr>
              <a:t>analyze</a:t>
            </a:r>
            <a:r>
              <a:rPr lang="en-GB" sz="2000" dirty="0">
                <a:latin typeface="Times New Roman" panose="02020603050405020304" pitchFamily="18" charset="0"/>
                <a:cs typeface="Times New Roman" panose="02020603050405020304" pitchFamily="18" charset="0"/>
              </a:rPr>
              <a:t> soil trends, detect abnormal conditions, and predict irrigation requirements. Based on threshold values and predictive outputs, automated irrigation control signals can be generated. If soil moisture falls below the defined limit, the irrigation system is activated; otherwise, the system remains idle.</a:t>
            </a: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This integrated process ensures continuous monitoring, predictive soil analysis, efficient irrigation management, and real-time decision support for farmers.</a:t>
            </a:r>
          </a:p>
          <a:p>
            <a:pPr algn="just"/>
            <a:endParaRPr lang="en-IN"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3" name="object 7">
            <a:extLst>
              <a:ext uri="{FF2B5EF4-FFF2-40B4-BE49-F238E27FC236}">
                <a16:creationId xmlns:a16="http://schemas.microsoft.com/office/drawing/2014/main" id="{7D9164B8-0800-42E1-A27F-A4ADD8C17EF8}"/>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p:cNvGrpSpPr/>
          <p:nvPr/>
        </p:nvGrpSpPr>
        <p:grpSpPr>
          <a:xfrm>
            <a:off x="-19664" y="217358"/>
            <a:ext cx="12192000" cy="803910"/>
            <a:chOff x="-2" y="216249"/>
            <a:chExt cx="12192000" cy="803910"/>
          </a:xfrm>
        </p:grpSpPr>
        <p:pic>
          <p:nvPicPr>
            <p:cNvPr id="5" name="object 4"/>
            <p:cNvPicPr/>
            <p:nvPr/>
          </p:nvPicPr>
          <p:blipFill>
            <a:blip r:embed="rId2" cstate="print"/>
            <a:stretch>
              <a:fillRect/>
            </a:stretch>
          </p:blipFill>
          <p:spPr>
            <a:xfrm>
              <a:off x="0" y="216249"/>
              <a:ext cx="12192000" cy="803792"/>
            </a:xfrm>
            <a:prstGeom prst="rect">
              <a:avLst/>
            </a:prstGeom>
          </p:spPr>
        </p:pic>
        <p:sp>
          <p:nvSpPr>
            <p:cNvPr id="6"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10" name="object 6"/>
          <p:cNvSpPr txBox="1">
            <a:spLocks noGrp="1"/>
          </p:cNvSpPr>
          <p:nvPr>
            <p:ph type="title"/>
          </p:nvPr>
        </p:nvSpPr>
        <p:spPr>
          <a:xfrm>
            <a:off x="22121" y="274347"/>
            <a:ext cx="6820655" cy="689932"/>
          </a:xfrm>
          <a:prstGeom prst="rect">
            <a:avLst/>
          </a:prstGeom>
        </p:spPr>
        <p:txBody>
          <a:bodyPr vert="horz" wrap="square" lIns="0" tIns="12700" rIns="0" bIns="0" rtlCol="0">
            <a:spAutoFit/>
          </a:bodyPr>
          <a:lstStyle/>
          <a:p>
            <a:pPr marL="12700" algn="l">
              <a:lnSpc>
                <a:spcPct val="100000"/>
              </a:lnSpc>
              <a:spcBef>
                <a:spcPts val="100"/>
              </a:spcBef>
            </a:pPr>
            <a:r>
              <a:rPr lang="en-US" b="1" spc="-10" dirty="0">
                <a:latin typeface="Times New Roman" panose="02020603050405020304" pitchFamily="18" charset="0"/>
                <a:cs typeface="Times New Roman" panose="02020603050405020304" pitchFamily="18" charset="0"/>
              </a:rPr>
              <a:t>Implementation Details</a:t>
            </a:r>
            <a:endParaRPr b="1" spc="-10" dirty="0"/>
          </a:p>
        </p:txBody>
      </p:sp>
      <p:sp>
        <p:nvSpPr>
          <p:cNvPr id="17"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18"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(AI&amp;ML</a:t>
            </a:r>
            <a:r>
              <a:rPr lang="en-US" cap="small" spc="-95" dirty="0"/>
              <a:t>)</a:t>
            </a:r>
          </a:p>
          <a:p>
            <a:pPr marL="12700">
              <a:lnSpc>
                <a:spcPts val="1845"/>
              </a:lnSpc>
            </a:pPr>
            <a:endParaRPr cap="small" spc="-95" dirty="0"/>
          </a:p>
        </p:txBody>
      </p:sp>
      <p:sp>
        <p:nvSpPr>
          <p:cNvPr id="19" name="object 10"/>
          <p:cNvSpPr txBox="1"/>
          <p:nvPr/>
        </p:nvSpPr>
        <p:spPr>
          <a:xfrm>
            <a:off x="6842777" y="662524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20" name="object 12"/>
          <p:cNvSpPr txBox="1">
            <a:spLocks noGrp="1"/>
          </p:cNvSpPr>
          <p:nvPr>
            <p:ph type="sldNum" sz="quarter" idx="7"/>
          </p:nvPr>
        </p:nvSpPr>
        <p:spPr>
          <a:xfrm>
            <a:off x="11858823" y="6629309"/>
            <a:ext cx="228600" cy="230832"/>
          </a:xfrm>
          <a:prstGeom prst="rect">
            <a:avLst/>
          </a:prstGeom>
        </p:spPr>
        <p:txBody>
          <a:bodyPr vert="horz" wrap="square" lIns="0" tIns="0" rIns="0" bIns="0" rtlCol="0">
            <a:spAutoFit/>
          </a:bodyPr>
          <a:lstStyle/>
          <a:p>
            <a:pPr marL="12700">
              <a:lnSpc>
                <a:spcPts val="1845"/>
              </a:lnSpc>
            </a:pPr>
            <a:r>
              <a:rPr lang="en-US" spc="-25" dirty="0"/>
              <a:t>12</a:t>
            </a:r>
            <a:endParaRPr spc="-25" dirty="0"/>
          </a:p>
        </p:txBody>
      </p:sp>
      <p:sp>
        <p:nvSpPr>
          <p:cNvPr id="32" name="Text Placeholder 31"/>
          <p:cNvSpPr>
            <a:spLocks noGrp="1"/>
          </p:cNvSpPr>
          <p:nvPr>
            <p:ph type="body" idx="1"/>
          </p:nvPr>
        </p:nvSpPr>
        <p:spPr>
          <a:xfrm>
            <a:off x="179197" y="3366424"/>
            <a:ext cx="11812905" cy="830997"/>
          </a:xfrm>
        </p:spPr>
        <p:txBody>
          <a:bodyPr/>
          <a:lstStyle/>
          <a:p>
            <a:pPr algn="just"/>
            <a:endParaRPr lang="en-IN" dirty="0"/>
          </a:p>
          <a:p>
            <a:pPr algn="just"/>
            <a:endParaRPr lang="en-IN" dirty="0"/>
          </a:p>
          <a:p>
            <a:pPr algn="just"/>
            <a:endParaRPr lang="en-IN" dirty="0"/>
          </a:p>
        </p:txBody>
      </p:sp>
      <p:sp>
        <p:nvSpPr>
          <p:cNvPr id="7" name="Rectangle 3"/>
          <p:cNvSpPr>
            <a:spLocks noChangeArrowheads="1"/>
          </p:cNvSpPr>
          <p:nvPr/>
        </p:nvSpPr>
        <p:spPr bwMode="auto">
          <a:xfrm>
            <a:off x="-29191" y="939506"/>
            <a:ext cx="11992102" cy="7586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The Soil Digital Twin System is implemented using an IoT-based architecture integrated with Machine Learning analytics. Soil parameters such as moisture, pH, temperature, and humidity are collected using calibrated sensors connected to a </a:t>
            </a:r>
            <a:r>
              <a:rPr lang="en-GB" sz="2000" dirty="0" err="1">
                <a:latin typeface="Times New Roman" panose="02020603050405020304" pitchFamily="18" charset="0"/>
                <a:cs typeface="Times New Roman" panose="02020603050405020304" pitchFamily="18" charset="0"/>
              </a:rPr>
              <a:t>NodeMCU</a:t>
            </a:r>
            <a:r>
              <a:rPr lang="en-GB" sz="2000" dirty="0">
                <a:latin typeface="Times New Roman" panose="02020603050405020304" pitchFamily="18" charset="0"/>
                <a:cs typeface="Times New Roman" panose="02020603050405020304" pitchFamily="18" charset="0"/>
              </a:rPr>
              <a:t> microcontroller. The sensor data is transmitted to a cloud platform via Wi-Fi for storage and processing.</a:t>
            </a: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A web-based dashboard is developed to visualize real-time soil conditions, historical trends, and irrigation status. The Digital Twin model continuously updates the virtual soil representation based on incoming sensor data.</a:t>
            </a: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Machine Learning models such as regression or classification algorithms are implemented to predict soil moisture levels and recommend irrigation scheduling. The system achieves reliable prediction accuracy by training the model on collected soil datasets. Based on prediction results, automated irrigation control is implemented using a relay module connected to a water pump.</a:t>
            </a: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Cloud integration enables remote monitoring and control, allowing farmers to access soil data through a web interface. The system ensures seamless coordination between hardware (sensors and irrigation system) and software (cloud database, ML model, and visualization dashboard).</a:t>
            </a:r>
          </a:p>
          <a:p>
            <a:pPr algn="l" rtl="0" eaLnBrk="0" fontAlgn="base" hangingPunct="0">
              <a:spcBef>
                <a:spcPct val="0"/>
              </a:spcBef>
              <a:spcAft>
                <a:spcPct val="0"/>
              </a:spcAft>
            </a:pPr>
            <a:endParaRPr lang="en-IN" sz="21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pPr>
            <a:endParaRPr lang="en-IN" sz="21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pPr>
            <a:endParaRPr lang="en-IN" sz="21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pPr>
            <a:endParaRPr lang="en-IN" sz="21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pPr>
            <a:endParaRPr lang="en-IN" sz="21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pPr>
            <a:endParaRPr lang="en-IN" sz="2100" dirty="0">
              <a:latin typeface="Times New Roman" panose="02020603050405020304" pitchFamily="18" charset="0"/>
              <a:cs typeface="Times New Roman" panose="02020603050405020304" pitchFamily="18" charset="0"/>
            </a:endParaRPr>
          </a:p>
          <a:p>
            <a:pPr algn="l" rtl="0" eaLnBrk="0" fontAlgn="base" hangingPunct="0">
              <a:spcBef>
                <a:spcPct val="0"/>
              </a:spcBef>
              <a:spcAft>
                <a:spcPct val="0"/>
              </a:spcAft>
            </a:pPr>
            <a:endParaRPr lang="en-IN" sz="2100" dirty="0">
              <a:latin typeface="Times New Roman" panose="02020603050405020304" pitchFamily="18" charset="0"/>
              <a:cs typeface="Times New Roman" panose="02020603050405020304" pitchFamily="18" charset="0"/>
            </a:endParaRPr>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4" name="object 7">
            <a:extLst>
              <a:ext uri="{FF2B5EF4-FFF2-40B4-BE49-F238E27FC236}">
                <a16:creationId xmlns:a16="http://schemas.microsoft.com/office/drawing/2014/main" id="{5A10AA3D-8B17-48B0-BF84-59D4D3BD6F97}"/>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0" y="206744"/>
            <a:ext cx="6858000" cy="2721258"/>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Expected Outcomes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b="1"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DB1939EF-208F-4F79-885C-93C7A074D8A1}"/>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7E53199-B620-42FC-ADFE-4983DCDF987A}"/>
              </a:ext>
            </a:extLst>
          </p:cNvPr>
          <p:cNvSpPr txBox="1"/>
          <p:nvPr/>
        </p:nvSpPr>
        <p:spPr>
          <a:xfrm flipH="1">
            <a:off x="141783" y="1048596"/>
            <a:ext cx="11201400" cy="4985980"/>
          </a:xfrm>
          <a:prstGeom prst="rect">
            <a:avLst/>
          </a:prstGeom>
          <a:noFill/>
        </p:spPr>
        <p:txBody>
          <a:bodyPr wrap="square" rtlCol="0">
            <a:spAutoFit/>
          </a:bodyPr>
          <a:lstStyle/>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The expected outcome of this project is the successful development of a Soil Digital Twin System capable of continuously monitoring soil parameters in real time. The system should accurately collect and transmit soil moisture, pH, temperature, and humidity data to the cloud platform.</a:t>
            </a: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The Digital Twin dashboard will display real-time soil conditions, historical data trends, and predictive analytics results. The Machine Learning model is expected to predict irrigation requirements with high reliability based on soil conditions and past data patterns.</a:t>
            </a: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When soil moisture falls below the defined threshold, the system will automatically activate irrigation through a relay-controlled pump mechanism. This ensures efficient water usage and prevents over-irrigation.</a:t>
            </a:r>
          </a:p>
          <a:p>
            <a:pPr algn="just"/>
            <a:endParaRPr lang="en-GB"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Overall, the system aims to improve crop yield, reduce water wastage, minimize manual monitoring efforts, and promote sustainable precision farming practices through IoT-enabled real-time monitoring and intelligent decision support.</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0" y="206744"/>
            <a:ext cx="5715000" cy="2721258"/>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COMPONENTS</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b="1"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F55C8A80-70E4-44B2-AB8A-06B13511E6A6}"/>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C665DC3-56BE-4561-939A-CE3985DF95C2}"/>
              </a:ext>
            </a:extLst>
          </p:cNvPr>
          <p:cNvSpPr txBox="1"/>
          <p:nvPr/>
        </p:nvSpPr>
        <p:spPr>
          <a:xfrm flipH="1">
            <a:off x="-1" y="948690"/>
            <a:ext cx="11858823" cy="5909310"/>
          </a:xfrm>
          <a:prstGeom prst="rect">
            <a:avLst/>
          </a:prstGeom>
          <a:noFill/>
        </p:spPr>
        <p:txBody>
          <a:bodyPr wrap="square" numCol="2" rtlCol="0">
            <a:spAutoFit/>
          </a:bodyPr>
          <a:lstStyle/>
          <a:p>
            <a:r>
              <a:rPr lang="en-IN" b="1" dirty="0"/>
              <a:t>Hardware Components</a:t>
            </a:r>
          </a:p>
          <a:p>
            <a:pPr>
              <a:buFont typeface="+mj-lt"/>
              <a:buAutoNum type="arabicPeriod"/>
            </a:pPr>
            <a:r>
              <a:rPr lang="en-IN" dirty="0" err="1"/>
              <a:t>NodeMCU</a:t>
            </a:r>
            <a:r>
              <a:rPr lang="en-IN" dirty="0"/>
              <a:t> (ESP8266 Wi-Fi Module)	</a:t>
            </a:r>
          </a:p>
          <a:p>
            <a:pPr>
              <a:buFont typeface="+mj-lt"/>
              <a:buAutoNum type="arabicPeriod"/>
            </a:pPr>
            <a:r>
              <a:rPr lang="en-IN" dirty="0"/>
              <a:t>Arduino UNO					</a:t>
            </a:r>
          </a:p>
          <a:p>
            <a:pPr>
              <a:buFont typeface="+mj-lt"/>
              <a:buAutoNum type="arabicPeriod"/>
            </a:pPr>
            <a:r>
              <a:rPr lang="en-IN" dirty="0"/>
              <a:t>Soil Moisture Sensor</a:t>
            </a:r>
          </a:p>
          <a:p>
            <a:pPr>
              <a:buFont typeface="+mj-lt"/>
              <a:buAutoNum type="arabicPeriod"/>
            </a:pPr>
            <a:r>
              <a:rPr lang="en-IN" dirty="0"/>
              <a:t>pH Sensor (Serial Output)</a:t>
            </a:r>
          </a:p>
          <a:p>
            <a:pPr>
              <a:buFont typeface="+mj-lt"/>
              <a:buAutoNum type="arabicPeriod"/>
            </a:pPr>
            <a:r>
              <a:rPr lang="en-IN" dirty="0"/>
              <a:t>DHT11 Temperature &amp; Humidity Sensor</a:t>
            </a:r>
          </a:p>
          <a:p>
            <a:pPr>
              <a:buFont typeface="+mj-lt"/>
              <a:buAutoNum type="arabicPeriod"/>
            </a:pPr>
            <a:r>
              <a:rPr lang="en-IN" dirty="0"/>
              <a:t>LCD Display (16×2)</a:t>
            </a:r>
          </a:p>
          <a:p>
            <a:pPr>
              <a:buFont typeface="+mj-lt"/>
              <a:buAutoNum type="arabicPeriod"/>
            </a:pPr>
            <a:r>
              <a:rPr lang="en-IN" dirty="0"/>
              <a:t>Relay Module (5V)</a:t>
            </a:r>
          </a:p>
          <a:p>
            <a:pPr>
              <a:buFont typeface="+mj-lt"/>
              <a:buAutoNum type="arabicPeriod"/>
            </a:pPr>
            <a:r>
              <a:rPr lang="en-IN" dirty="0"/>
              <a:t>AC Water Pump Motors (2)</a:t>
            </a:r>
          </a:p>
          <a:p>
            <a:pPr>
              <a:buFont typeface="+mj-lt"/>
              <a:buAutoNum type="arabicPeriod"/>
            </a:pPr>
            <a:r>
              <a:rPr lang="en-IN" dirty="0"/>
              <a:t>5V Power Supply</a:t>
            </a:r>
          </a:p>
          <a:p>
            <a:pPr>
              <a:buFont typeface="+mj-lt"/>
              <a:buAutoNum type="arabicPeriod"/>
            </a:pPr>
            <a:r>
              <a:rPr lang="en-IN" dirty="0"/>
              <a:t>12V 1A Adapter</a:t>
            </a:r>
          </a:p>
          <a:p>
            <a:pPr>
              <a:buFont typeface="+mj-lt"/>
              <a:buAutoNum type="arabicPeriod"/>
            </a:pPr>
            <a:r>
              <a:rPr lang="en-IN" dirty="0"/>
              <a:t>Connectors, Jumper Wires &amp; Plugs</a:t>
            </a:r>
          </a:p>
          <a:p>
            <a:pPr>
              <a:buFont typeface="+mj-lt"/>
              <a:buAutoNum type="arabicPeriod"/>
            </a:pPr>
            <a:r>
              <a:rPr lang="en-IN" dirty="0"/>
              <a:t>PCB / Breadboard &amp; Circuit Assembly</a:t>
            </a:r>
          </a:p>
          <a:p>
            <a:pPr>
              <a:buFont typeface="+mj-lt"/>
              <a:buAutoNum type="arabicPeriod"/>
            </a:pPr>
            <a:r>
              <a:rPr lang="en-IN" dirty="0"/>
              <a:t>Protective Enclosure &amp; Mounting Frame</a:t>
            </a:r>
          </a:p>
          <a:p>
            <a:pPr algn="l"/>
            <a:r>
              <a:rPr lang="en-IN" b="1" dirty="0"/>
              <a:t>Software &amp; Cloud Components</a:t>
            </a:r>
            <a:endParaRPr lang="en-IN" dirty="0"/>
          </a:p>
          <a:p>
            <a:pPr algn="l">
              <a:buFont typeface="+mj-lt"/>
              <a:buAutoNum type="arabicPeriod"/>
            </a:pPr>
            <a:r>
              <a:rPr lang="en-IN" dirty="0"/>
              <a:t>Web Application Development Platform</a:t>
            </a:r>
          </a:p>
          <a:p>
            <a:pPr algn="l">
              <a:buFont typeface="+mj-lt"/>
              <a:buAutoNum type="arabicPeriod"/>
            </a:pPr>
            <a:r>
              <a:rPr lang="en-IN" dirty="0"/>
              <a:t>Cloud Hosting &amp; Database Services</a:t>
            </a:r>
          </a:p>
          <a:p>
            <a:pPr algn="l">
              <a:buFont typeface="+mj-lt"/>
              <a:buAutoNum type="arabicPeriod"/>
            </a:pPr>
            <a:r>
              <a:rPr lang="en-IN" dirty="0"/>
              <a:t>Domain Registration &amp; Deployment Services</a:t>
            </a:r>
          </a:p>
          <a:p>
            <a:pPr algn="l">
              <a:buFont typeface="+mj-lt"/>
              <a:buAutoNum type="arabicPeriod"/>
            </a:pPr>
            <a:r>
              <a:rPr lang="en-IN" dirty="0"/>
              <a:t>APIs / Data Visualization Tools</a:t>
            </a:r>
          </a:p>
          <a:p>
            <a:pPr algn="l">
              <a:buFont typeface="+mj-lt"/>
              <a:buAutoNum type="arabicPeriod"/>
            </a:pPr>
            <a:r>
              <a:rPr lang="en-IN" dirty="0"/>
              <a:t>Software Testing &amp; Maintenance Tools</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xfrm>
            <a:off x="-39052" y="164248"/>
            <a:ext cx="6439852" cy="2044149"/>
          </a:xfrm>
          <a:prstGeom prst="rect">
            <a:avLst/>
          </a:prstGeom>
        </p:spPr>
        <p:txBody>
          <a:bodyPr vert="horz" wrap="square" lIns="0" tIns="12700" rIns="0" bIns="0" rtlCol="0">
            <a:spAutoFit/>
          </a:bodyPr>
          <a:lstStyle/>
          <a:p>
            <a:pPr marL="12700">
              <a:spcBef>
                <a:spcPts val="100"/>
              </a:spcBef>
            </a:pPr>
            <a:r>
              <a:rPr lang="en-US" dirty="0">
                <a:latin typeface="Times New Roman" panose="02020603050405020304" pitchFamily="18" charset="0"/>
                <a:cs typeface="Times New Roman" panose="02020603050405020304" pitchFamily="18" charset="0"/>
              </a:rPr>
              <a:t>BLOCK DIAGRAM</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b="1"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12</a:t>
            </a:fld>
            <a:endParaRPr spc="-25" dirty="0"/>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pic>
        <p:nvPicPr>
          <p:cNvPr id="2" name="Picture 1" descr="s5"/>
          <p:cNvPicPr>
            <a:picLocks noChangeAspect="1"/>
          </p:cNvPicPr>
          <p:nvPr/>
        </p:nvPicPr>
        <p:blipFill>
          <a:blip r:embed="rId3"/>
          <a:stretch>
            <a:fillRect/>
          </a:stretch>
        </p:blipFill>
        <p:spPr>
          <a:xfrm>
            <a:off x="241935" y="1196340"/>
            <a:ext cx="3567430" cy="4870450"/>
          </a:xfrm>
          <a:prstGeom prst="rect">
            <a:avLst/>
          </a:prstGeom>
        </p:spPr>
      </p:pic>
      <p:pic>
        <p:nvPicPr>
          <p:cNvPr id="7" name="Picture 6" descr="s6"/>
          <p:cNvPicPr>
            <a:picLocks noChangeAspect="1"/>
          </p:cNvPicPr>
          <p:nvPr/>
        </p:nvPicPr>
        <p:blipFill>
          <a:blip r:embed="rId4"/>
          <a:stretch>
            <a:fillRect/>
          </a:stretch>
        </p:blipFill>
        <p:spPr>
          <a:xfrm>
            <a:off x="4403725" y="1196340"/>
            <a:ext cx="7341235" cy="5239385"/>
          </a:xfrm>
          <a:prstGeom prst="rect">
            <a:avLst/>
          </a:prstGeom>
        </p:spPr>
      </p:pic>
      <p:sp>
        <p:nvSpPr>
          <p:cNvPr id="15" name="object 7">
            <a:extLst>
              <a:ext uri="{FF2B5EF4-FFF2-40B4-BE49-F238E27FC236}">
                <a16:creationId xmlns:a16="http://schemas.microsoft.com/office/drawing/2014/main" id="{0D680426-96C9-4ED7-A8B3-E1B2C766CD28}"/>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8054" y="197358"/>
            <a:ext cx="9192146" cy="2044149"/>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Non – Recuring Budget Estimation</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b="1"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13</a:t>
            </a:fld>
            <a:endParaRPr spc="-25" dirty="0"/>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EC50EA41-CC2D-4E0E-A562-40FE1CFFDE5A}"/>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0D6BD58F-9EDA-4001-9006-080B166DB5D3}"/>
              </a:ext>
            </a:extLst>
          </p:cNvPr>
          <p:cNvGraphicFramePr>
            <a:graphicFrameLocks noGrp="1"/>
          </p:cNvGraphicFramePr>
          <p:nvPr>
            <p:extLst>
              <p:ext uri="{D42A27DB-BD31-4B8C-83A1-F6EECF244321}">
                <p14:modId xmlns:p14="http://schemas.microsoft.com/office/powerpoint/2010/main" val="4154061898"/>
              </p:ext>
            </p:extLst>
          </p:nvPr>
        </p:nvGraphicFramePr>
        <p:xfrm>
          <a:off x="645758" y="1109036"/>
          <a:ext cx="8719230" cy="4639928"/>
        </p:xfrm>
        <a:graphic>
          <a:graphicData uri="http://schemas.openxmlformats.org/drawingml/2006/table">
            <a:tbl>
              <a:tblPr/>
              <a:tblGrid>
                <a:gridCol w="1743846">
                  <a:extLst>
                    <a:ext uri="{9D8B030D-6E8A-4147-A177-3AD203B41FA5}">
                      <a16:colId xmlns:a16="http://schemas.microsoft.com/office/drawing/2014/main" val="1539376728"/>
                    </a:ext>
                  </a:extLst>
                </a:gridCol>
                <a:gridCol w="1743846">
                  <a:extLst>
                    <a:ext uri="{9D8B030D-6E8A-4147-A177-3AD203B41FA5}">
                      <a16:colId xmlns:a16="http://schemas.microsoft.com/office/drawing/2014/main" val="3464665116"/>
                    </a:ext>
                  </a:extLst>
                </a:gridCol>
                <a:gridCol w="1743846">
                  <a:extLst>
                    <a:ext uri="{9D8B030D-6E8A-4147-A177-3AD203B41FA5}">
                      <a16:colId xmlns:a16="http://schemas.microsoft.com/office/drawing/2014/main" val="1094945650"/>
                    </a:ext>
                  </a:extLst>
                </a:gridCol>
                <a:gridCol w="1743846">
                  <a:extLst>
                    <a:ext uri="{9D8B030D-6E8A-4147-A177-3AD203B41FA5}">
                      <a16:colId xmlns:a16="http://schemas.microsoft.com/office/drawing/2014/main" val="3416074207"/>
                    </a:ext>
                  </a:extLst>
                </a:gridCol>
                <a:gridCol w="1743846">
                  <a:extLst>
                    <a:ext uri="{9D8B030D-6E8A-4147-A177-3AD203B41FA5}">
                      <a16:colId xmlns:a16="http://schemas.microsoft.com/office/drawing/2014/main" val="2409582973"/>
                    </a:ext>
                  </a:extLst>
                </a:gridCol>
              </a:tblGrid>
              <a:tr h="377164">
                <a:tc>
                  <a:txBody>
                    <a:bodyPr/>
                    <a:lstStyle/>
                    <a:p>
                      <a:r>
                        <a:rPr lang="en-IN" sz="1100"/>
                        <a:t>S. No</a:t>
                      </a:r>
                    </a:p>
                  </a:txBody>
                  <a:tcPr marL="53881" marR="53881" marT="26940" marB="26940" anchor="ctr">
                    <a:lnL>
                      <a:noFill/>
                    </a:lnL>
                    <a:lnR>
                      <a:noFill/>
                    </a:lnR>
                    <a:lnT>
                      <a:noFill/>
                    </a:lnT>
                    <a:lnB>
                      <a:noFill/>
                    </a:lnB>
                  </a:tcPr>
                </a:tc>
                <a:tc>
                  <a:txBody>
                    <a:bodyPr/>
                    <a:lstStyle/>
                    <a:p>
                      <a:r>
                        <a:rPr lang="en-IN" sz="1100"/>
                        <a:t>Item Head</a:t>
                      </a:r>
                    </a:p>
                  </a:txBody>
                  <a:tcPr marL="53881" marR="53881" marT="26940" marB="26940" anchor="ctr">
                    <a:lnL>
                      <a:noFill/>
                    </a:lnL>
                    <a:lnR>
                      <a:noFill/>
                    </a:lnR>
                    <a:lnT>
                      <a:noFill/>
                    </a:lnT>
                    <a:lnB>
                      <a:noFill/>
                    </a:lnB>
                  </a:tcPr>
                </a:tc>
                <a:tc>
                  <a:txBody>
                    <a:bodyPr/>
                    <a:lstStyle/>
                    <a:p>
                      <a:r>
                        <a:rPr lang="en-IN" sz="1100"/>
                        <a:t>Estimated Cost (Rs.)</a:t>
                      </a:r>
                    </a:p>
                  </a:txBody>
                  <a:tcPr marL="53881" marR="53881" marT="26940" marB="26940" anchor="ctr">
                    <a:lnL>
                      <a:noFill/>
                    </a:lnL>
                    <a:lnR>
                      <a:noFill/>
                    </a:lnR>
                    <a:lnT>
                      <a:noFill/>
                    </a:lnT>
                    <a:lnB>
                      <a:noFill/>
                    </a:lnB>
                  </a:tcPr>
                </a:tc>
                <a:tc>
                  <a:txBody>
                    <a:bodyPr/>
                    <a:lstStyle/>
                    <a:p>
                      <a:r>
                        <a:rPr lang="en-GB" sz="1100"/>
                        <a:t>Fund Arranged by Students (Rs.)</a:t>
                      </a:r>
                    </a:p>
                  </a:txBody>
                  <a:tcPr marL="53881" marR="53881" marT="26940" marB="26940" anchor="ctr">
                    <a:lnL>
                      <a:noFill/>
                    </a:lnL>
                    <a:lnR>
                      <a:noFill/>
                    </a:lnR>
                    <a:lnT>
                      <a:noFill/>
                    </a:lnT>
                    <a:lnB>
                      <a:noFill/>
                    </a:lnB>
                  </a:tcPr>
                </a:tc>
                <a:tc>
                  <a:txBody>
                    <a:bodyPr/>
                    <a:lstStyle/>
                    <a:p>
                      <a:r>
                        <a:rPr lang="en-GB" sz="1100"/>
                        <a:t>Fund Required from Institute (Rs.)</a:t>
                      </a:r>
                    </a:p>
                  </a:txBody>
                  <a:tcPr marL="53881" marR="53881" marT="26940" marB="26940" anchor="ctr">
                    <a:lnL>
                      <a:noFill/>
                    </a:lnL>
                    <a:lnR>
                      <a:noFill/>
                    </a:lnR>
                    <a:lnT>
                      <a:noFill/>
                    </a:lnT>
                    <a:lnB>
                      <a:noFill/>
                    </a:lnB>
                  </a:tcPr>
                </a:tc>
                <a:extLst>
                  <a:ext uri="{0D108BD9-81ED-4DB2-BD59-A6C34878D82A}">
                    <a16:rowId xmlns:a16="http://schemas.microsoft.com/office/drawing/2014/main" val="3450992629"/>
                  </a:ext>
                </a:extLst>
              </a:tr>
              <a:tr h="377164">
                <a:tc>
                  <a:txBody>
                    <a:bodyPr/>
                    <a:lstStyle/>
                    <a:p>
                      <a:r>
                        <a:rPr lang="en-IN" sz="1100"/>
                        <a:t>1</a:t>
                      </a:r>
                    </a:p>
                  </a:txBody>
                  <a:tcPr marL="53881" marR="53881" marT="26940" marB="26940" anchor="ctr">
                    <a:lnL>
                      <a:noFill/>
                    </a:lnL>
                    <a:lnR>
                      <a:noFill/>
                    </a:lnR>
                    <a:lnT>
                      <a:noFill/>
                    </a:lnT>
                    <a:lnB>
                      <a:noFill/>
                    </a:lnB>
                  </a:tcPr>
                </a:tc>
                <a:tc>
                  <a:txBody>
                    <a:bodyPr/>
                    <a:lstStyle/>
                    <a:p>
                      <a:r>
                        <a:rPr lang="en-IN" sz="1100"/>
                        <a:t>NodeMCU (ESP8266 Wi-Fi Module)</a:t>
                      </a:r>
                    </a:p>
                  </a:txBody>
                  <a:tcPr marL="53881" marR="53881" marT="26940" marB="26940" anchor="ctr">
                    <a:lnL>
                      <a:noFill/>
                    </a:lnL>
                    <a:lnR>
                      <a:noFill/>
                    </a:lnR>
                    <a:lnT>
                      <a:noFill/>
                    </a:lnT>
                    <a:lnB>
                      <a:noFill/>
                    </a:lnB>
                  </a:tcPr>
                </a:tc>
                <a:tc>
                  <a:txBody>
                    <a:bodyPr/>
                    <a:lstStyle/>
                    <a:p>
                      <a:r>
                        <a:rPr lang="en-IN" sz="1100"/>
                        <a:t>600</a:t>
                      </a:r>
                    </a:p>
                  </a:txBody>
                  <a:tcPr marL="53881" marR="53881" marT="26940" marB="26940" anchor="ctr">
                    <a:lnL>
                      <a:noFill/>
                    </a:lnL>
                    <a:lnR>
                      <a:noFill/>
                    </a:lnR>
                    <a:lnT>
                      <a:noFill/>
                    </a:lnT>
                    <a:lnB>
                      <a:noFill/>
                    </a:lnB>
                  </a:tcPr>
                </a:tc>
                <a:tc>
                  <a:txBody>
                    <a:bodyPr/>
                    <a:lstStyle/>
                    <a:p>
                      <a:r>
                        <a:rPr lang="en-IN" sz="1100"/>
                        <a:t>300</a:t>
                      </a:r>
                    </a:p>
                  </a:txBody>
                  <a:tcPr marL="53881" marR="53881" marT="26940" marB="26940" anchor="ctr">
                    <a:lnL>
                      <a:noFill/>
                    </a:lnL>
                    <a:lnR>
                      <a:noFill/>
                    </a:lnR>
                    <a:lnT>
                      <a:noFill/>
                    </a:lnT>
                    <a:lnB>
                      <a:noFill/>
                    </a:lnB>
                  </a:tcPr>
                </a:tc>
                <a:tc>
                  <a:txBody>
                    <a:bodyPr/>
                    <a:lstStyle/>
                    <a:p>
                      <a:r>
                        <a:rPr lang="en-IN" sz="1100"/>
                        <a:t>300</a:t>
                      </a:r>
                    </a:p>
                  </a:txBody>
                  <a:tcPr marL="53881" marR="53881" marT="26940" marB="26940" anchor="ctr">
                    <a:lnL>
                      <a:noFill/>
                    </a:lnL>
                    <a:lnR>
                      <a:noFill/>
                    </a:lnR>
                    <a:lnT>
                      <a:noFill/>
                    </a:lnT>
                    <a:lnB>
                      <a:noFill/>
                    </a:lnB>
                  </a:tcPr>
                </a:tc>
                <a:extLst>
                  <a:ext uri="{0D108BD9-81ED-4DB2-BD59-A6C34878D82A}">
                    <a16:rowId xmlns:a16="http://schemas.microsoft.com/office/drawing/2014/main" val="743517946"/>
                  </a:ext>
                </a:extLst>
              </a:tr>
              <a:tr h="215522">
                <a:tc>
                  <a:txBody>
                    <a:bodyPr/>
                    <a:lstStyle/>
                    <a:p>
                      <a:r>
                        <a:rPr lang="en-IN" sz="1100"/>
                        <a:t>2</a:t>
                      </a:r>
                    </a:p>
                  </a:txBody>
                  <a:tcPr marL="53881" marR="53881" marT="26940" marB="26940" anchor="ctr">
                    <a:lnL>
                      <a:noFill/>
                    </a:lnL>
                    <a:lnR>
                      <a:noFill/>
                    </a:lnR>
                    <a:lnT>
                      <a:noFill/>
                    </a:lnT>
                    <a:lnB>
                      <a:noFill/>
                    </a:lnB>
                  </a:tcPr>
                </a:tc>
                <a:tc>
                  <a:txBody>
                    <a:bodyPr/>
                    <a:lstStyle/>
                    <a:p>
                      <a:r>
                        <a:rPr lang="en-IN" sz="1100"/>
                        <a:t>Arduino UNO</a:t>
                      </a:r>
                    </a:p>
                  </a:txBody>
                  <a:tcPr marL="53881" marR="53881" marT="26940" marB="26940" anchor="ctr">
                    <a:lnL>
                      <a:noFill/>
                    </a:lnL>
                    <a:lnR>
                      <a:noFill/>
                    </a:lnR>
                    <a:lnT>
                      <a:noFill/>
                    </a:lnT>
                    <a:lnB>
                      <a:noFill/>
                    </a:lnB>
                  </a:tcPr>
                </a:tc>
                <a:tc>
                  <a:txBody>
                    <a:bodyPr/>
                    <a:lstStyle/>
                    <a:p>
                      <a:r>
                        <a:rPr lang="en-IN" sz="1100"/>
                        <a:t>900</a:t>
                      </a:r>
                    </a:p>
                  </a:txBody>
                  <a:tcPr marL="53881" marR="53881" marT="26940" marB="26940" anchor="ctr">
                    <a:lnL>
                      <a:noFill/>
                    </a:lnL>
                    <a:lnR>
                      <a:noFill/>
                    </a:lnR>
                    <a:lnT>
                      <a:noFill/>
                    </a:lnT>
                    <a:lnB>
                      <a:noFill/>
                    </a:lnB>
                  </a:tcPr>
                </a:tc>
                <a:tc>
                  <a:txBody>
                    <a:bodyPr/>
                    <a:lstStyle/>
                    <a:p>
                      <a:r>
                        <a:rPr lang="en-IN" sz="1100"/>
                        <a:t>450</a:t>
                      </a:r>
                    </a:p>
                  </a:txBody>
                  <a:tcPr marL="53881" marR="53881" marT="26940" marB="26940" anchor="ctr">
                    <a:lnL>
                      <a:noFill/>
                    </a:lnL>
                    <a:lnR>
                      <a:noFill/>
                    </a:lnR>
                    <a:lnT>
                      <a:noFill/>
                    </a:lnT>
                    <a:lnB>
                      <a:noFill/>
                    </a:lnB>
                  </a:tcPr>
                </a:tc>
                <a:tc>
                  <a:txBody>
                    <a:bodyPr/>
                    <a:lstStyle/>
                    <a:p>
                      <a:r>
                        <a:rPr lang="en-IN" sz="1100"/>
                        <a:t>450</a:t>
                      </a:r>
                    </a:p>
                  </a:txBody>
                  <a:tcPr marL="53881" marR="53881" marT="26940" marB="26940" anchor="ctr">
                    <a:lnL>
                      <a:noFill/>
                    </a:lnL>
                    <a:lnR>
                      <a:noFill/>
                    </a:lnR>
                    <a:lnT>
                      <a:noFill/>
                    </a:lnT>
                    <a:lnB>
                      <a:noFill/>
                    </a:lnB>
                  </a:tcPr>
                </a:tc>
                <a:extLst>
                  <a:ext uri="{0D108BD9-81ED-4DB2-BD59-A6C34878D82A}">
                    <a16:rowId xmlns:a16="http://schemas.microsoft.com/office/drawing/2014/main" val="4268629478"/>
                  </a:ext>
                </a:extLst>
              </a:tr>
              <a:tr h="215522">
                <a:tc>
                  <a:txBody>
                    <a:bodyPr/>
                    <a:lstStyle/>
                    <a:p>
                      <a:r>
                        <a:rPr lang="en-IN" sz="1100"/>
                        <a:t>3</a:t>
                      </a:r>
                    </a:p>
                  </a:txBody>
                  <a:tcPr marL="53881" marR="53881" marT="26940" marB="26940" anchor="ctr">
                    <a:lnL>
                      <a:noFill/>
                    </a:lnL>
                    <a:lnR>
                      <a:noFill/>
                    </a:lnR>
                    <a:lnT>
                      <a:noFill/>
                    </a:lnT>
                    <a:lnB>
                      <a:noFill/>
                    </a:lnB>
                  </a:tcPr>
                </a:tc>
                <a:tc>
                  <a:txBody>
                    <a:bodyPr/>
                    <a:lstStyle/>
                    <a:p>
                      <a:r>
                        <a:rPr lang="en-IN" sz="1100"/>
                        <a:t>Soil Moisture Sensor</a:t>
                      </a:r>
                    </a:p>
                  </a:txBody>
                  <a:tcPr marL="53881" marR="53881" marT="26940" marB="26940" anchor="ctr">
                    <a:lnL>
                      <a:noFill/>
                    </a:lnL>
                    <a:lnR>
                      <a:noFill/>
                    </a:lnR>
                    <a:lnT>
                      <a:noFill/>
                    </a:lnT>
                    <a:lnB>
                      <a:noFill/>
                    </a:lnB>
                  </a:tcPr>
                </a:tc>
                <a:tc>
                  <a:txBody>
                    <a:bodyPr/>
                    <a:lstStyle/>
                    <a:p>
                      <a:r>
                        <a:rPr lang="en-IN" sz="1100"/>
                        <a:t>400</a:t>
                      </a:r>
                    </a:p>
                  </a:txBody>
                  <a:tcPr marL="53881" marR="53881" marT="26940" marB="26940" anchor="ctr">
                    <a:lnL>
                      <a:noFill/>
                    </a:lnL>
                    <a:lnR>
                      <a:noFill/>
                    </a:lnR>
                    <a:lnT>
                      <a:noFill/>
                    </a:lnT>
                    <a:lnB>
                      <a:noFill/>
                    </a:lnB>
                  </a:tcPr>
                </a:tc>
                <a:tc>
                  <a:txBody>
                    <a:bodyPr/>
                    <a:lstStyle/>
                    <a:p>
                      <a:r>
                        <a:rPr lang="en-IN" sz="1100"/>
                        <a:t>200</a:t>
                      </a:r>
                    </a:p>
                  </a:txBody>
                  <a:tcPr marL="53881" marR="53881" marT="26940" marB="26940" anchor="ctr">
                    <a:lnL>
                      <a:noFill/>
                    </a:lnL>
                    <a:lnR>
                      <a:noFill/>
                    </a:lnR>
                    <a:lnT>
                      <a:noFill/>
                    </a:lnT>
                    <a:lnB>
                      <a:noFill/>
                    </a:lnB>
                  </a:tcPr>
                </a:tc>
                <a:tc>
                  <a:txBody>
                    <a:bodyPr/>
                    <a:lstStyle/>
                    <a:p>
                      <a:r>
                        <a:rPr lang="en-IN" sz="1100"/>
                        <a:t>200</a:t>
                      </a:r>
                    </a:p>
                  </a:txBody>
                  <a:tcPr marL="53881" marR="53881" marT="26940" marB="26940" anchor="ctr">
                    <a:lnL>
                      <a:noFill/>
                    </a:lnL>
                    <a:lnR>
                      <a:noFill/>
                    </a:lnR>
                    <a:lnT>
                      <a:noFill/>
                    </a:lnT>
                    <a:lnB>
                      <a:noFill/>
                    </a:lnB>
                  </a:tcPr>
                </a:tc>
                <a:extLst>
                  <a:ext uri="{0D108BD9-81ED-4DB2-BD59-A6C34878D82A}">
                    <a16:rowId xmlns:a16="http://schemas.microsoft.com/office/drawing/2014/main" val="3412689485"/>
                  </a:ext>
                </a:extLst>
              </a:tr>
              <a:tr h="377164">
                <a:tc>
                  <a:txBody>
                    <a:bodyPr/>
                    <a:lstStyle/>
                    <a:p>
                      <a:r>
                        <a:rPr lang="en-IN" sz="1100"/>
                        <a:t>4</a:t>
                      </a:r>
                    </a:p>
                  </a:txBody>
                  <a:tcPr marL="53881" marR="53881" marT="26940" marB="26940" anchor="ctr">
                    <a:lnL>
                      <a:noFill/>
                    </a:lnL>
                    <a:lnR>
                      <a:noFill/>
                    </a:lnR>
                    <a:lnT>
                      <a:noFill/>
                    </a:lnT>
                    <a:lnB>
                      <a:noFill/>
                    </a:lnB>
                  </a:tcPr>
                </a:tc>
                <a:tc>
                  <a:txBody>
                    <a:bodyPr/>
                    <a:lstStyle/>
                    <a:p>
                      <a:r>
                        <a:rPr lang="en-IN" sz="1100"/>
                        <a:t>pH Sensor (Serial Output)</a:t>
                      </a:r>
                    </a:p>
                  </a:txBody>
                  <a:tcPr marL="53881" marR="53881" marT="26940" marB="26940" anchor="ctr">
                    <a:lnL>
                      <a:noFill/>
                    </a:lnL>
                    <a:lnR>
                      <a:noFill/>
                    </a:lnR>
                    <a:lnT>
                      <a:noFill/>
                    </a:lnT>
                    <a:lnB>
                      <a:noFill/>
                    </a:lnB>
                  </a:tcPr>
                </a:tc>
                <a:tc>
                  <a:txBody>
                    <a:bodyPr/>
                    <a:lstStyle/>
                    <a:p>
                      <a:r>
                        <a:rPr lang="en-IN" sz="1100"/>
                        <a:t>2,500</a:t>
                      </a:r>
                    </a:p>
                  </a:txBody>
                  <a:tcPr marL="53881" marR="53881" marT="26940" marB="26940" anchor="ctr">
                    <a:lnL>
                      <a:noFill/>
                    </a:lnL>
                    <a:lnR>
                      <a:noFill/>
                    </a:lnR>
                    <a:lnT>
                      <a:noFill/>
                    </a:lnT>
                    <a:lnB>
                      <a:noFill/>
                    </a:lnB>
                  </a:tcPr>
                </a:tc>
                <a:tc>
                  <a:txBody>
                    <a:bodyPr/>
                    <a:lstStyle/>
                    <a:p>
                      <a:r>
                        <a:rPr lang="en-IN" sz="1100"/>
                        <a:t>1,250</a:t>
                      </a:r>
                    </a:p>
                  </a:txBody>
                  <a:tcPr marL="53881" marR="53881" marT="26940" marB="26940" anchor="ctr">
                    <a:lnL>
                      <a:noFill/>
                    </a:lnL>
                    <a:lnR>
                      <a:noFill/>
                    </a:lnR>
                    <a:lnT>
                      <a:noFill/>
                    </a:lnT>
                    <a:lnB>
                      <a:noFill/>
                    </a:lnB>
                  </a:tcPr>
                </a:tc>
                <a:tc>
                  <a:txBody>
                    <a:bodyPr/>
                    <a:lstStyle/>
                    <a:p>
                      <a:r>
                        <a:rPr lang="en-IN" sz="1100"/>
                        <a:t>1,250</a:t>
                      </a:r>
                    </a:p>
                  </a:txBody>
                  <a:tcPr marL="53881" marR="53881" marT="26940" marB="26940" anchor="ctr">
                    <a:lnL>
                      <a:noFill/>
                    </a:lnL>
                    <a:lnR>
                      <a:noFill/>
                    </a:lnR>
                    <a:lnT>
                      <a:noFill/>
                    </a:lnT>
                    <a:lnB>
                      <a:noFill/>
                    </a:lnB>
                  </a:tcPr>
                </a:tc>
                <a:extLst>
                  <a:ext uri="{0D108BD9-81ED-4DB2-BD59-A6C34878D82A}">
                    <a16:rowId xmlns:a16="http://schemas.microsoft.com/office/drawing/2014/main" val="675407646"/>
                  </a:ext>
                </a:extLst>
              </a:tr>
              <a:tr h="377164">
                <a:tc>
                  <a:txBody>
                    <a:bodyPr/>
                    <a:lstStyle/>
                    <a:p>
                      <a:r>
                        <a:rPr lang="en-IN" sz="1100"/>
                        <a:t>5</a:t>
                      </a:r>
                    </a:p>
                  </a:txBody>
                  <a:tcPr marL="53881" marR="53881" marT="26940" marB="26940" anchor="ctr">
                    <a:lnL>
                      <a:noFill/>
                    </a:lnL>
                    <a:lnR>
                      <a:noFill/>
                    </a:lnR>
                    <a:lnT>
                      <a:noFill/>
                    </a:lnT>
                    <a:lnB>
                      <a:noFill/>
                    </a:lnB>
                  </a:tcPr>
                </a:tc>
                <a:tc>
                  <a:txBody>
                    <a:bodyPr/>
                    <a:lstStyle/>
                    <a:p>
                      <a:r>
                        <a:rPr lang="en-IN" sz="1100"/>
                        <a:t>DHT11 Temperature &amp; Humidity Sensor</a:t>
                      </a:r>
                    </a:p>
                  </a:txBody>
                  <a:tcPr marL="53881" marR="53881" marT="26940" marB="26940" anchor="ctr">
                    <a:lnL>
                      <a:noFill/>
                    </a:lnL>
                    <a:lnR>
                      <a:noFill/>
                    </a:lnR>
                    <a:lnT>
                      <a:noFill/>
                    </a:lnT>
                    <a:lnB>
                      <a:noFill/>
                    </a:lnB>
                  </a:tcPr>
                </a:tc>
                <a:tc>
                  <a:txBody>
                    <a:bodyPr/>
                    <a:lstStyle/>
                    <a:p>
                      <a:r>
                        <a:rPr lang="en-IN" sz="1100"/>
                        <a:t>250</a:t>
                      </a:r>
                    </a:p>
                  </a:txBody>
                  <a:tcPr marL="53881" marR="53881" marT="26940" marB="26940" anchor="ctr">
                    <a:lnL>
                      <a:noFill/>
                    </a:lnL>
                    <a:lnR>
                      <a:noFill/>
                    </a:lnR>
                    <a:lnT>
                      <a:noFill/>
                    </a:lnT>
                    <a:lnB>
                      <a:noFill/>
                    </a:lnB>
                  </a:tcPr>
                </a:tc>
                <a:tc>
                  <a:txBody>
                    <a:bodyPr/>
                    <a:lstStyle/>
                    <a:p>
                      <a:r>
                        <a:rPr lang="en-IN" sz="1100"/>
                        <a:t>125</a:t>
                      </a:r>
                    </a:p>
                  </a:txBody>
                  <a:tcPr marL="53881" marR="53881" marT="26940" marB="26940" anchor="ctr">
                    <a:lnL>
                      <a:noFill/>
                    </a:lnL>
                    <a:lnR>
                      <a:noFill/>
                    </a:lnR>
                    <a:lnT>
                      <a:noFill/>
                    </a:lnT>
                    <a:lnB>
                      <a:noFill/>
                    </a:lnB>
                  </a:tcPr>
                </a:tc>
                <a:tc>
                  <a:txBody>
                    <a:bodyPr/>
                    <a:lstStyle/>
                    <a:p>
                      <a:r>
                        <a:rPr lang="en-IN" sz="1100"/>
                        <a:t>125</a:t>
                      </a:r>
                    </a:p>
                  </a:txBody>
                  <a:tcPr marL="53881" marR="53881" marT="26940" marB="26940" anchor="ctr">
                    <a:lnL>
                      <a:noFill/>
                    </a:lnL>
                    <a:lnR>
                      <a:noFill/>
                    </a:lnR>
                    <a:lnT>
                      <a:noFill/>
                    </a:lnT>
                    <a:lnB>
                      <a:noFill/>
                    </a:lnB>
                  </a:tcPr>
                </a:tc>
                <a:extLst>
                  <a:ext uri="{0D108BD9-81ED-4DB2-BD59-A6C34878D82A}">
                    <a16:rowId xmlns:a16="http://schemas.microsoft.com/office/drawing/2014/main" val="2915249046"/>
                  </a:ext>
                </a:extLst>
              </a:tr>
              <a:tr h="215522">
                <a:tc>
                  <a:txBody>
                    <a:bodyPr/>
                    <a:lstStyle/>
                    <a:p>
                      <a:r>
                        <a:rPr lang="en-IN" sz="1100"/>
                        <a:t>6</a:t>
                      </a:r>
                    </a:p>
                  </a:txBody>
                  <a:tcPr marL="53881" marR="53881" marT="26940" marB="26940" anchor="ctr">
                    <a:lnL>
                      <a:noFill/>
                    </a:lnL>
                    <a:lnR>
                      <a:noFill/>
                    </a:lnR>
                    <a:lnT>
                      <a:noFill/>
                    </a:lnT>
                    <a:lnB>
                      <a:noFill/>
                    </a:lnB>
                  </a:tcPr>
                </a:tc>
                <a:tc>
                  <a:txBody>
                    <a:bodyPr/>
                    <a:lstStyle/>
                    <a:p>
                      <a:r>
                        <a:rPr lang="en-IN" sz="1100"/>
                        <a:t>LCD Display (16×2)</a:t>
                      </a:r>
                    </a:p>
                  </a:txBody>
                  <a:tcPr marL="53881" marR="53881" marT="26940" marB="26940" anchor="ctr">
                    <a:lnL>
                      <a:noFill/>
                    </a:lnL>
                    <a:lnR>
                      <a:noFill/>
                    </a:lnR>
                    <a:lnT>
                      <a:noFill/>
                    </a:lnT>
                    <a:lnB>
                      <a:noFill/>
                    </a:lnB>
                  </a:tcPr>
                </a:tc>
                <a:tc>
                  <a:txBody>
                    <a:bodyPr/>
                    <a:lstStyle/>
                    <a:p>
                      <a:r>
                        <a:rPr lang="en-IN" sz="1100"/>
                        <a:t>400</a:t>
                      </a:r>
                    </a:p>
                  </a:txBody>
                  <a:tcPr marL="53881" marR="53881" marT="26940" marB="26940" anchor="ctr">
                    <a:lnL>
                      <a:noFill/>
                    </a:lnL>
                    <a:lnR>
                      <a:noFill/>
                    </a:lnR>
                    <a:lnT>
                      <a:noFill/>
                    </a:lnT>
                    <a:lnB>
                      <a:noFill/>
                    </a:lnB>
                  </a:tcPr>
                </a:tc>
                <a:tc>
                  <a:txBody>
                    <a:bodyPr/>
                    <a:lstStyle/>
                    <a:p>
                      <a:r>
                        <a:rPr lang="en-IN" sz="1100"/>
                        <a:t>200</a:t>
                      </a:r>
                    </a:p>
                  </a:txBody>
                  <a:tcPr marL="53881" marR="53881" marT="26940" marB="26940" anchor="ctr">
                    <a:lnL>
                      <a:noFill/>
                    </a:lnL>
                    <a:lnR>
                      <a:noFill/>
                    </a:lnR>
                    <a:lnT>
                      <a:noFill/>
                    </a:lnT>
                    <a:lnB>
                      <a:noFill/>
                    </a:lnB>
                  </a:tcPr>
                </a:tc>
                <a:tc>
                  <a:txBody>
                    <a:bodyPr/>
                    <a:lstStyle/>
                    <a:p>
                      <a:r>
                        <a:rPr lang="en-IN" sz="1100"/>
                        <a:t>200</a:t>
                      </a:r>
                    </a:p>
                  </a:txBody>
                  <a:tcPr marL="53881" marR="53881" marT="26940" marB="26940" anchor="ctr">
                    <a:lnL>
                      <a:noFill/>
                    </a:lnL>
                    <a:lnR>
                      <a:noFill/>
                    </a:lnR>
                    <a:lnT>
                      <a:noFill/>
                    </a:lnT>
                    <a:lnB>
                      <a:noFill/>
                    </a:lnB>
                  </a:tcPr>
                </a:tc>
                <a:extLst>
                  <a:ext uri="{0D108BD9-81ED-4DB2-BD59-A6C34878D82A}">
                    <a16:rowId xmlns:a16="http://schemas.microsoft.com/office/drawing/2014/main" val="3533597378"/>
                  </a:ext>
                </a:extLst>
              </a:tr>
              <a:tr h="215522">
                <a:tc>
                  <a:txBody>
                    <a:bodyPr/>
                    <a:lstStyle/>
                    <a:p>
                      <a:r>
                        <a:rPr lang="en-IN" sz="1100"/>
                        <a:t>7</a:t>
                      </a:r>
                    </a:p>
                  </a:txBody>
                  <a:tcPr marL="53881" marR="53881" marT="26940" marB="26940" anchor="ctr">
                    <a:lnL>
                      <a:noFill/>
                    </a:lnL>
                    <a:lnR>
                      <a:noFill/>
                    </a:lnR>
                    <a:lnT>
                      <a:noFill/>
                    </a:lnT>
                    <a:lnB>
                      <a:noFill/>
                    </a:lnB>
                  </a:tcPr>
                </a:tc>
                <a:tc>
                  <a:txBody>
                    <a:bodyPr/>
                    <a:lstStyle/>
                    <a:p>
                      <a:r>
                        <a:rPr lang="en-IN" sz="1100"/>
                        <a:t>Relay Module (5V)</a:t>
                      </a:r>
                    </a:p>
                  </a:txBody>
                  <a:tcPr marL="53881" marR="53881" marT="26940" marB="26940" anchor="ctr">
                    <a:lnL>
                      <a:noFill/>
                    </a:lnL>
                    <a:lnR>
                      <a:noFill/>
                    </a:lnR>
                    <a:lnT>
                      <a:noFill/>
                    </a:lnT>
                    <a:lnB>
                      <a:noFill/>
                    </a:lnB>
                  </a:tcPr>
                </a:tc>
                <a:tc>
                  <a:txBody>
                    <a:bodyPr/>
                    <a:lstStyle/>
                    <a:p>
                      <a:r>
                        <a:rPr lang="en-IN" sz="1100"/>
                        <a:t>250</a:t>
                      </a:r>
                    </a:p>
                  </a:txBody>
                  <a:tcPr marL="53881" marR="53881" marT="26940" marB="26940" anchor="ctr">
                    <a:lnL>
                      <a:noFill/>
                    </a:lnL>
                    <a:lnR>
                      <a:noFill/>
                    </a:lnR>
                    <a:lnT>
                      <a:noFill/>
                    </a:lnT>
                    <a:lnB>
                      <a:noFill/>
                    </a:lnB>
                  </a:tcPr>
                </a:tc>
                <a:tc>
                  <a:txBody>
                    <a:bodyPr/>
                    <a:lstStyle/>
                    <a:p>
                      <a:r>
                        <a:rPr lang="en-IN" sz="1100"/>
                        <a:t>125</a:t>
                      </a:r>
                    </a:p>
                  </a:txBody>
                  <a:tcPr marL="53881" marR="53881" marT="26940" marB="26940" anchor="ctr">
                    <a:lnL>
                      <a:noFill/>
                    </a:lnL>
                    <a:lnR>
                      <a:noFill/>
                    </a:lnR>
                    <a:lnT>
                      <a:noFill/>
                    </a:lnT>
                    <a:lnB>
                      <a:noFill/>
                    </a:lnB>
                  </a:tcPr>
                </a:tc>
                <a:tc>
                  <a:txBody>
                    <a:bodyPr/>
                    <a:lstStyle/>
                    <a:p>
                      <a:r>
                        <a:rPr lang="en-IN" sz="1100"/>
                        <a:t>125</a:t>
                      </a:r>
                    </a:p>
                  </a:txBody>
                  <a:tcPr marL="53881" marR="53881" marT="26940" marB="26940" anchor="ctr">
                    <a:lnL>
                      <a:noFill/>
                    </a:lnL>
                    <a:lnR>
                      <a:noFill/>
                    </a:lnR>
                    <a:lnT>
                      <a:noFill/>
                    </a:lnT>
                    <a:lnB>
                      <a:noFill/>
                    </a:lnB>
                  </a:tcPr>
                </a:tc>
                <a:extLst>
                  <a:ext uri="{0D108BD9-81ED-4DB2-BD59-A6C34878D82A}">
                    <a16:rowId xmlns:a16="http://schemas.microsoft.com/office/drawing/2014/main" val="589723631"/>
                  </a:ext>
                </a:extLst>
              </a:tr>
              <a:tr h="377164">
                <a:tc>
                  <a:txBody>
                    <a:bodyPr/>
                    <a:lstStyle/>
                    <a:p>
                      <a:r>
                        <a:rPr lang="en-IN" sz="1100"/>
                        <a:t>8</a:t>
                      </a:r>
                    </a:p>
                  </a:txBody>
                  <a:tcPr marL="53881" marR="53881" marT="26940" marB="26940" anchor="ctr">
                    <a:lnL>
                      <a:noFill/>
                    </a:lnL>
                    <a:lnR>
                      <a:noFill/>
                    </a:lnR>
                    <a:lnT>
                      <a:noFill/>
                    </a:lnT>
                    <a:lnB>
                      <a:noFill/>
                    </a:lnB>
                  </a:tcPr>
                </a:tc>
                <a:tc>
                  <a:txBody>
                    <a:bodyPr/>
                    <a:lstStyle/>
                    <a:p>
                      <a:r>
                        <a:rPr lang="en-GB" sz="1100" dirty="0"/>
                        <a:t>AC Water Pump Motors (2)</a:t>
                      </a:r>
                    </a:p>
                  </a:txBody>
                  <a:tcPr marL="53881" marR="53881" marT="26940" marB="26940" anchor="ctr">
                    <a:lnL>
                      <a:noFill/>
                    </a:lnL>
                    <a:lnR>
                      <a:noFill/>
                    </a:lnR>
                    <a:lnT>
                      <a:noFill/>
                    </a:lnT>
                    <a:lnB>
                      <a:noFill/>
                    </a:lnB>
                  </a:tcPr>
                </a:tc>
                <a:tc>
                  <a:txBody>
                    <a:bodyPr/>
                    <a:lstStyle/>
                    <a:p>
                      <a:r>
                        <a:rPr lang="en-IN" sz="1100"/>
                        <a:t>1,800</a:t>
                      </a:r>
                    </a:p>
                  </a:txBody>
                  <a:tcPr marL="53881" marR="53881" marT="26940" marB="26940" anchor="ctr">
                    <a:lnL>
                      <a:noFill/>
                    </a:lnL>
                    <a:lnR>
                      <a:noFill/>
                    </a:lnR>
                    <a:lnT>
                      <a:noFill/>
                    </a:lnT>
                    <a:lnB>
                      <a:noFill/>
                    </a:lnB>
                  </a:tcPr>
                </a:tc>
                <a:tc>
                  <a:txBody>
                    <a:bodyPr/>
                    <a:lstStyle/>
                    <a:p>
                      <a:r>
                        <a:rPr lang="en-IN" sz="1100"/>
                        <a:t>900</a:t>
                      </a:r>
                    </a:p>
                  </a:txBody>
                  <a:tcPr marL="53881" marR="53881" marT="26940" marB="26940" anchor="ctr">
                    <a:lnL>
                      <a:noFill/>
                    </a:lnL>
                    <a:lnR>
                      <a:noFill/>
                    </a:lnR>
                    <a:lnT>
                      <a:noFill/>
                    </a:lnT>
                    <a:lnB>
                      <a:noFill/>
                    </a:lnB>
                  </a:tcPr>
                </a:tc>
                <a:tc>
                  <a:txBody>
                    <a:bodyPr/>
                    <a:lstStyle/>
                    <a:p>
                      <a:r>
                        <a:rPr lang="en-IN" sz="1100"/>
                        <a:t>900</a:t>
                      </a:r>
                    </a:p>
                  </a:txBody>
                  <a:tcPr marL="53881" marR="53881" marT="26940" marB="26940" anchor="ctr">
                    <a:lnL>
                      <a:noFill/>
                    </a:lnL>
                    <a:lnR>
                      <a:noFill/>
                    </a:lnR>
                    <a:lnT>
                      <a:noFill/>
                    </a:lnT>
                    <a:lnB>
                      <a:noFill/>
                    </a:lnB>
                  </a:tcPr>
                </a:tc>
                <a:extLst>
                  <a:ext uri="{0D108BD9-81ED-4DB2-BD59-A6C34878D82A}">
                    <a16:rowId xmlns:a16="http://schemas.microsoft.com/office/drawing/2014/main" val="182858437"/>
                  </a:ext>
                </a:extLst>
              </a:tr>
              <a:tr h="215522">
                <a:tc>
                  <a:txBody>
                    <a:bodyPr/>
                    <a:lstStyle/>
                    <a:p>
                      <a:r>
                        <a:rPr lang="en-IN" sz="1100"/>
                        <a:t>9</a:t>
                      </a:r>
                    </a:p>
                  </a:txBody>
                  <a:tcPr marL="53881" marR="53881" marT="26940" marB="26940" anchor="ctr">
                    <a:lnL>
                      <a:noFill/>
                    </a:lnL>
                    <a:lnR>
                      <a:noFill/>
                    </a:lnR>
                    <a:lnT>
                      <a:noFill/>
                    </a:lnT>
                    <a:lnB>
                      <a:noFill/>
                    </a:lnB>
                  </a:tcPr>
                </a:tc>
                <a:tc>
                  <a:txBody>
                    <a:bodyPr/>
                    <a:lstStyle/>
                    <a:p>
                      <a:r>
                        <a:rPr lang="en-IN" sz="1100"/>
                        <a:t>5V Power Supply</a:t>
                      </a:r>
                    </a:p>
                  </a:txBody>
                  <a:tcPr marL="53881" marR="53881" marT="26940" marB="26940" anchor="ctr">
                    <a:lnL>
                      <a:noFill/>
                    </a:lnL>
                    <a:lnR>
                      <a:noFill/>
                    </a:lnR>
                    <a:lnT>
                      <a:noFill/>
                    </a:lnT>
                    <a:lnB>
                      <a:noFill/>
                    </a:lnB>
                  </a:tcPr>
                </a:tc>
                <a:tc>
                  <a:txBody>
                    <a:bodyPr/>
                    <a:lstStyle/>
                    <a:p>
                      <a:r>
                        <a:rPr lang="en-IN" sz="1100"/>
                        <a:t>350</a:t>
                      </a:r>
                    </a:p>
                  </a:txBody>
                  <a:tcPr marL="53881" marR="53881" marT="26940" marB="26940" anchor="ctr">
                    <a:lnL>
                      <a:noFill/>
                    </a:lnL>
                    <a:lnR>
                      <a:noFill/>
                    </a:lnR>
                    <a:lnT>
                      <a:noFill/>
                    </a:lnT>
                    <a:lnB>
                      <a:noFill/>
                    </a:lnB>
                  </a:tcPr>
                </a:tc>
                <a:tc>
                  <a:txBody>
                    <a:bodyPr/>
                    <a:lstStyle/>
                    <a:p>
                      <a:r>
                        <a:rPr lang="en-IN" sz="1100" dirty="0"/>
                        <a:t>175</a:t>
                      </a:r>
                    </a:p>
                  </a:txBody>
                  <a:tcPr marL="53881" marR="53881" marT="26940" marB="26940" anchor="ctr">
                    <a:lnL>
                      <a:noFill/>
                    </a:lnL>
                    <a:lnR>
                      <a:noFill/>
                    </a:lnR>
                    <a:lnT>
                      <a:noFill/>
                    </a:lnT>
                    <a:lnB>
                      <a:noFill/>
                    </a:lnB>
                  </a:tcPr>
                </a:tc>
                <a:tc>
                  <a:txBody>
                    <a:bodyPr/>
                    <a:lstStyle/>
                    <a:p>
                      <a:r>
                        <a:rPr lang="en-IN" sz="1100"/>
                        <a:t>175</a:t>
                      </a:r>
                    </a:p>
                  </a:txBody>
                  <a:tcPr marL="53881" marR="53881" marT="26940" marB="26940" anchor="ctr">
                    <a:lnL>
                      <a:noFill/>
                    </a:lnL>
                    <a:lnR>
                      <a:noFill/>
                    </a:lnR>
                    <a:lnT>
                      <a:noFill/>
                    </a:lnT>
                    <a:lnB>
                      <a:noFill/>
                    </a:lnB>
                  </a:tcPr>
                </a:tc>
                <a:extLst>
                  <a:ext uri="{0D108BD9-81ED-4DB2-BD59-A6C34878D82A}">
                    <a16:rowId xmlns:a16="http://schemas.microsoft.com/office/drawing/2014/main" val="3980676863"/>
                  </a:ext>
                </a:extLst>
              </a:tr>
              <a:tr h="215522">
                <a:tc>
                  <a:txBody>
                    <a:bodyPr/>
                    <a:lstStyle/>
                    <a:p>
                      <a:r>
                        <a:rPr lang="en-IN" sz="1100"/>
                        <a:t>10</a:t>
                      </a:r>
                    </a:p>
                  </a:txBody>
                  <a:tcPr marL="53881" marR="53881" marT="26940" marB="26940" anchor="ctr">
                    <a:lnL>
                      <a:noFill/>
                    </a:lnL>
                    <a:lnR>
                      <a:noFill/>
                    </a:lnR>
                    <a:lnT>
                      <a:noFill/>
                    </a:lnT>
                    <a:lnB>
                      <a:noFill/>
                    </a:lnB>
                  </a:tcPr>
                </a:tc>
                <a:tc>
                  <a:txBody>
                    <a:bodyPr/>
                    <a:lstStyle/>
                    <a:p>
                      <a:r>
                        <a:rPr lang="en-IN" sz="1100"/>
                        <a:t>12V 1A Adapter</a:t>
                      </a:r>
                    </a:p>
                  </a:txBody>
                  <a:tcPr marL="53881" marR="53881" marT="26940" marB="26940" anchor="ctr">
                    <a:lnL>
                      <a:noFill/>
                    </a:lnL>
                    <a:lnR>
                      <a:noFill/>
                    </a:lnR>
                    <a:lnT>
                      <a:noFill/>
                    </a:lnT>
                    <a:lnB>
                      <a:noFill/>
                    </a:lnB>
                  </a:tcPr>
                </a:tc>
                <a:tc>
                  <a:txBody>
                    <a:bodyPr/>
                    <a:lstStyle/>
                    <a:p>
                      <a:r>
                        <a:rPr lang="en-IN" sz="1100"/>
                        <a:t>450</a:t>
                      </a:r>
                    </a:p>
                  </a:txBody>
                  <a:tcPr marL="53881" marR="53881" marT="26940" marB="26940" anchor="ctr">
                    <a:lnL>
                      <a:noFill/>
                    </a:lnL>
                    <a:lnR>
                      <a:noFill/>
                    </a:lnR>
                    <a:lnT>
                      <a:noFill/>
                    </a:lnT>
                    <a:lnB>
                      <a:noFill/>
                    </a:lnB>
                  </a:tcPr>
                </a:tc>
                <a:tc>
                  <a:txBody>
                    <a:bodyPr/>
                    <a:lstStyle/>
                    <a:p>
                      <a:r>
                        <a:rPr lang="en-IN" sz="1100"/>
                        <a:t>225</a:t>
                      </a:r>
                    </a:p>
                  </a:txBody>
                  <a:tcPr marL="53881" marR="53881" marT="26940" marB="26940" anchor="ctr">
                    <a:lnL>
                      <a:noFill/>
                    </a:lnL>
                    <a:lnR>
                      <a:noFill/>
                    </a:lnR>
                    <a:lnT>
                      <a:noFill/>
                    </a:lnT>
                    <a:lnB>
                      <a:noFill/>
                    </a:lnB>
                  </a:tcPr>
                </a:tc>
                <a:tc>
                  <a:txBody>
                    <a:bodyPr/>
                    <a:lstStyle/>
                    <a:p>
                      <a:r>
                        <a:rPr lang="en-IN" sz="1100"/>
                        <a:t>225</a:t>
                      </a:r>
                    </a:p>
                  </a:txBody>
                  <a:tcPr marL="53881" marR="53881" marT="26940" marB="26940" anchor="ctr">
                    <a:lnL>
                      <a:noFill/>
                    </a:lnL>
                    <a:lnR>
                      <a:noFill/>
                    </a:lnR>
                    <a:lnT>
                      <a:noFill/>
                    </a:lnT>
                    <a:lnB>
                      <a:noFill/>
                    </a:lnB>
                  </a:tcPr>
                </a:tc>
                <a:extLst>
                  <a:ext uri="{0D108BD9-81ED-4DB2-BD59-A6C34878D82A}">
                    <a16:rowId xmlns:a16="http://schemas.microsoft.com/office/drawing/2014/main" val="3951155177"/>
                  </a:ext>
                </a:extLst>
              </a:tr>
              <a:tr h="377164">
                <a:tc>
                  <a:txBody>
                    <a:bodyPr/>
                    <a:lstStyle/>
                    <a:p>
                      <a:r>
                        <a:rPr lang="en-IN" sz="1100"/>
                        <a:t>11</a:t>
                      </a:r>
                    </a:p>
                  </a:txBody>
                  <a:tcPr marL="53881" marR="53881" marT="26940" marB="26940" anchor="ctr">
                    <a:lnL>
                      <a:noFill/>
                    </a:lnL>
                    <a:lnR>
                      <a:noFill/>
                    </a:lnR>
                    <a:lnT>
                      <a:noFill/>
                    </a:lnT>
                    <a:lnB>
                      <a:noFill/>
                    </a:lnB>
                  </a:tcPr>
                </a:tc>
                <a:tc>
                  <a:txBody>
                    <a:bodyPr/>
                    <a:lstStyle/>
                    <a:p>
                      <a:r>
                        <a:rPr lang="en-IN" sz="1100"/>
                        <a:t>Connectors, Jumper Wires &amp; Plugs</a:t>
                      </a:r>
                    </a:p>
                  </a:txBody>
                  <a:tcPr marL="53881" marR="53881" marT="26940" marB="26940" anchor="ctr">
                    <a:lnL>
                      <a:noFill/>
                    </a:lnL>
                    <a:lnR>
                      <a:noFill/>
                    </a:lnR>
                    <a:lnT>
                      <a:noFill/>
                    </a:lnT>
                    <a:lnB>
                      <a:noFill/>
                    </a:lnB>
                  </a:tcPr>
                </a:tc>
                <a:tc>
                  <a:txBody>
                    <a:bodyPr/>
                    <a:lstStyle/>
                    <a:p>
                      <a:r>
                        <a:rPr lang="en-IN" sz="1100"/>
                        <a:t>600</a:t>
                      </a:r>
                    </a:p>
                  </a:txBody>
                  <a:tcPr marL="53881" marR="53881" marT="26940" marB="26940" anchor="ctr">
                    <a:lnL>
                      <a:noFill/>
                    </a:lnL>
                    <a:lnR>
                      <a:noFill/>
                    </a:lnR>
                    <a:lnT>
                      <a:noFill/>
                    </a:lnT>
                    <a:lnB>
                      <a:noFill/>
                    </a:lnB>
                  </a:tcPr>
                </a:tc>
                <a:tc>
                  <a:txBody>
                    <a:bodyPr/>
                    <a:lstStyle/>
                    <a:p>
                      <a:r>
                        <a:rPr lang="en-IN" sz="1100"/>
                        <a:t>300</a:t>
                      </a:r>
                    </a:p>
                  </a:txBody>
                  <a:tcPr marL="53881" marR="53881" marT="26940" marB="26940" anchor="ctr">
                    <a:lnL>
                      <a:noFill/>
                    </a:lnL>
                    <a:lnR>
                      <a:noFill/>
                    </a:lnR>
                    <a:lnT>
                      <a:noFill/>
                    </a:lnT>
                    <a:lnB>
                      <a:noFill/>
                    </a:lnB>
                  </a:tcPr>
                </a:tc>
                <a:tc>
                  <a:txBody>
                    <a:bodyPr/>
                    <a:lstStyle/>
                    <a:p>
                      <a:r>
                        <a:rPr lang="en-IN" sz="1100"/>
                        <a:t>300</a:t>
                      </a:r>
                    </a:p>
                  </a:txBody>
                  <a:tcPr marL="53881" marR="53881" marT="26940" marB="26940" anchor="ctr">
                    <a:lnL>
                      <a:noFill/>
                    </a:lnL>
                    <a:lnR>
                      <a:noFill/>
                    </a:lnR>
                    <a:lnT>
                      <a:noFill/>
                    </a:lnT>
                    <a:lnB>
                      <a:noFill/>
                    </a:lnB>
                  </a:tcPr>
                </a:tc>
                <a:extLst>
                  <a:ext uri="{0D108BD9-81ED-4DB2-BD59-A6C34878D82A}">
                    <a16:rowId xmlns:a16="http://schemas.microsoft.com/office/drawing/2014/main" val="1617854955"/>
                  </a:ext>
                </a:extLst>
              </a:tr>
              <a:tr h="377164">
                <a:tc>
                  <a:txBody>
                    <a:bodyPr/>
                    <a:lstStyle/>
                    <a:p>
                      <a:r>
                        <a:rPr lang="en-IN" sz="1100"/>
                        <a:t>12</a:t>
                      </a:r>
                    </a:p>
                  </a:txBody>
                  <a:tcPr marL="53881" marR="53881" marT="26940" marB="26940" anchor="ctr">
                    <a:lnL>
                      <a:noFill/>
                    </a:lnL>
                    <a:lnR>
                      <a:noFill/>
                    </a:lnR>
                    <a:lnT>
                      <a:noFill/>
                    </a:lnT>
                    <a:lnB>
                      <a:noFill/>
                    </a:lnB>
                  </a:tcPr>
                </a:tc>
                <a:tc>
                  <a:txBody>
                    <a:bodyPr/>
                    <a:lstStyle/>
                    <a:p>
                      <a:r>
                        <a:rPr lang="en-IN" sz="1100"/>
                        <a:t>PCB / Breadboard &amp; Circuit Assembly</a:t>
                      </a:r>
                    </a:p>
                  </a:txBody>
                  <a:tcPr marL="53881" marR="53881" marT="26940" marB="26940" anchor="ctr">
                    <a:lnL>
                      <a:noFill/>
                    </a:lnL>
                    <a:lnR>
                      <a:noFill/>
                    </a:lnR>
                    <a:lnT>
                      <a:noFill/>
                    </a:lnT>
                    <a:lnB>
                      <a:noFill/>
                    </a:lnB>
                  </a:tcPr>
                </a:tc>
                <a:tc>
                  <a:txBody>
                    <a:bodyPr/>
                    <a:lstStyle/>
                    <a:p>
                      <a:r>
                        <a:rPr lang="en-IN" sz="1100"/>
                        <a:t>500</a:t>
                      </a:r>
                    </a:p>
                  </a:txBody>
                  <a:tcPr marL="53881" marR="53881" marT="26940" marB="26940" anchor="ctr">
                    <a:lnL>
                      <a:noFill/>
                    </a:lnL>
                    <a:lnR>
                      <a:noFill/>
                    </a:lnR>
                    <a:lnT>
                      <a:noFill/>
                    </a:lnT>
                    <a:lnB>
                      <a:noFill/>
                    </a:lnB>
                  </a:tcPr>
                </a:tc>
                <a:tc>
                  <a:txBody>
                    <a:bodyPr/>
                    <a:lstStyle/>
                    <a:p>
                      <a:r>
                        <a:rPr lang="en-IN" sz="1100"/>
                        <a:t>250</a:t>
                      </a:r>
                    </a:p>
                  </a:txBody>
                  <a:tcPr marL="53881" marR="53881" marT="26940" marB="26940" anchor="ctr">
                    <a:lnL>
                      <a:noFill/>
                    </a:lnL>
                    <a:lnR>
                      <a:noFill/>
                    </a:lnR>
                    <a:lnT>
                      <a:noFill/>
                    </a:lnT>
                    <a:lnB>
                      <a:noFill/>
                    </a:lnB>
                  </a:tcPr>
                </a:tc>
                <a:tc>
                  <a:txBody>
                    <a:bodyPr/>
                    <a:lstStyle/>
                    <a:p>
                      <a:r>
                        <a:rPr lang="en-IN" sz="1100"/>
                        <a:t>250</a:t>
                      </a:r>
                    </a:p>
                  </a:txBody>
                  <a:tcPr marL="53881" marR="53881" marT="26940" marB="26940" anchor="ctr">
                    <a:lnL>
                      <a:noFill/>
                    </a:lnL>
                    <a:lnR>
                      <a:noFill/>
                    </a:lnR>
                    <a:lnT>
                      <a:noFill/>
                    </a:lnT>
                    <a:lnB>
                      <a:noFill/>
                    </a:lnB>
                  </a:tcPr>
                </a:tc>
                <a:extLst>
                  <a:ext uri="{0D108BD9-81ED-4DB2-BD59-A6C34878D82A}">
                    <a16:rowId xmlns:a16="http://schemas.microsoft.com/office/drawing/2014/main" val="2472075385"/>
                  </a:ext>
                </a:extLst>
              </a:tr>
              <a:tr h="377164">
                <a:tc>
                  <a:txBody>
                    <a:bodyPr/>
                    <a:lstStyle/>
                    <a:p>
                      <a:r>
                        <a:rPr lang="en-IN" sz="1100"/>
                        <a:t>13</a:t>
                      </a:r>
                    </a:p>
                  </a:txBody>
                  <a:tcPr marL="53881" marR="53881" marT="26940" marB="26940" anchor="ctr">
                    <a:lnL>
                      <a:noFill/>
                    </a:lnL>
                    <a:lnR>
                      <a:noFill/>
                    </a:lnR>
                    <a:lnT>
                      <a:noFill/>
                    </a:lnT>
                    <a:lnB>
                      <a:noFill/>
                    </a:lnB>
                  </a:tcPr>
                </a:tc>
                <a:tc>
                  <a:txBody>
                    <a:bodyPr/>
                    <a:lstStyle/>
                    <a:p>
                      <a:r>
                        <a:rPr lang="en-IN" sz="1100"/>
                        <a:t>Protective Enclosure &amp; Mounting Frame</a:t>
                      </a:r>
                    </a:p>
                  </a:txBody>
                  <a:tcPr marL="53881" marR="53881" marT="26940" marB="26940" anchor="ctr">
                    <a:lnL>
                      <a:noFill/>
                    </a:lnL>
                    <a:lnR>
                      <a:noFill/>
                    </a:lnR>
                    <a:lnT>
                      <a:noFill/>
                    </a:lnT>
                    <a:lnB>
                      <a:noFill/>
                    </a:lnB>
                  </a:tcPr>
                </a:tc>
                <a:tc>
                  <a:txBody>
                    <a:bodyPr/>
                    <a:lstStyle/>
                    <a:p>
                      <a:r>
                        <a:rPr lang="en-IN" sz="1100"/>
                        <a:t>1,100</a:t>
                      </a:r>
                    </a:p>
                  </a:txBody>
                  <a:tcPr marL="53881" marR="53881" marT="26940" marB="26940" anchor="ctr">
                    <a:lnL>
                      <a:noFill/>
                    </a:lnL>
                    <a:lnR>
                      <a:noFill/>
                    </a:lnR>
                    <a:lnT>
                      <a:noFill/>
                    </a:lnT>
                    <a:lnB>
                      <a:noFill/>
                    </a:lnB>
                  </a:tcPr>
                </a:tc>
                <a:tc>
                  <a:txBody>
                    <a:bodyPr/>
                    <a:lstStyle/>
                    <a:p>
                      <a:r>
                        <a:rPr lang="en-IN" sz="1100"/>
                        <a:t>550</a:t>
                      </a:r>
                    </a:p>
                  </a:txBody>
                  <a:tcPr marL="53881" marR="53881" marT="26940" marB="26940" anchor="ctr">
                    <a:lnL>
                      <a:noFill/>
                    </a:lnL>
                    <a:lnR>
                      <a:noFill/>
                    </a:lnR>
                    <a:lnT>
                      <a:noFill/>
                    </a:lnT>
                    <a:lnB>
                      <a:noFill/>
                    </a:lnB>
                  </a:tcPr>
                </a:tc>
                <a:tc>
                  <a:txBody>
                    <a:bodyPr/>
                    <a:lstStyle/>
                    <a:p>
                      <a:r>
                        <a:rPr lang="en-IN" sz="1100"/>
                        <a:t>550</a:t>
                      </a:r>
                    </a:p>
                  </a:txBody>
                  <a:tcPr marL="53881" marR="53881" marT="26940" marB="26940" anchor="ctr">
                    <a:lnL>
                      <a:noFill/>
                    </a:lnL>
                    <a:lnR>
                      <a:noFill/>
                    </a:lnR>
                    <a:lnT>
                      <a:noFill/>
                    </a:lnT>
                    <a:lnB>
                      <a:noFill/>
                    </a:lnB>
                  </a:tcPr>
                </a:tc>
                <a:extLst>
                  <a:ext uri="{0D108BD9-81ED-4DB2-BD59-A6C34878D82A}">
                    <a16:rowId xmlns:a16="http://schemas.microsoft.com/office/drawing/2014/main" val="3027738158"/>
                  </a:ext>
                </a:extLst>
              </a:tr>
              <a:tr h="215522">
                <a:tc>
                  <a:txBody>
                    <a:bodyPr/>
                    <a:lstStyle/>
                    <a:p>
                      <a:r>
                        <a:rPr lang="en-IN" sz="1100" b="1"/>
                        <a:t>Subtotal</a:t>
                      </a:r>
                      <a:endParaRPr lang="en-IN" sz="1100"/>
                    </a:p>
                  </a:txBody>
                  <a:tcPr marL="53881" marR="53881" marT="26940" marB="26940" anchor="ctr">
                    <a:lnL>
                      <a:noFill/>
                    </a:lnL>
                    <a:lnR>
                      <a:noFill/>
                    </a:lnR>
                    <a:lnT>
                      <a:noFill/>
                    </a:lnT>
                    <a:lnB>
                      <a:noFill/>
                    </a:lnB>
                  </a:tcPr>
                </a:tc>
                <a:tc>
                  <a:txBody>
                    <a:bodyPr/>
                    <a:lstStyle/>
                    <a:p>
                      <a:endParaRPr lang="en-IN" sz="1100"/>
                    </a:p>
                  </a:txBody>
                  <a:tcPr marL="53881" marR="53881" marT="26940" marB="26940" anchor="ctr">
                    <a:lnL>
                      <a:noFill/>
                    </a:lnL>
                    <a:lnR>
                      <a:noFill/>
                    </a:lnR>
                    <a:lnT>
                      <a:noFill/>
                    </a:lnT>
                    <a:lnB>
                      <a:noFill/>
                    </a:lnB>
                  </a:tcPr>
                </a:tc>
                <a:tc>
                  <a:txBody>
                    <a:bodyPr/>
                    <a:lstStyle/>
                    <a:p>
                      <a:r>
                        <a:rPr lang="en-IN" sz="1100" b="1"/>
                        <a:t>11,500</a:t>
                      </a:r>
                      <a:endParaRPr lang="en-IN" sz="1100"/>
                    </a:p>
                  </a:txBody>
                  <a:tcPr marL="53881" marR="53881" marT="26940" marB="26940" anchor="ctr">
                    <a:lnL>
                      <a:noFill/>
                    </a:lnL>
                    <a:lnR>
                      <a:noFill/>
                    </a:lnR>
                    <a:lnT>
                      <a:noFill/>
                    </a:lnT>
                    <a:lnB>
                      <a:noFill/>
                    </a:lnB>
                  </a:tcPr>
                </a:tc>
                <a:tc>
                  <a:txBody>
                    <a:bodyPr/>
                    <a:lstStyle/>
                    <a:p>
                      <a:r>
                        <a:rPr lang="en-IN" sz="1100" b="1"/>
                        <a:t>5,750</a:t>
                      </a:r>
                      <a:endParaRPr lang="en-IN" sz="1100"/>
                    </a:p>
                  </a:txBody>
                  <a:tcPr marL="53881" marR="53881" marT="26940" marB="26940" anchor="ctr">
                    <a:lnL>
                      <a:noFill/>
                    </a:lnL>
                    <a:lnR>
                      <a:noFill/>
                    </a:lnR>
                    <a:lnT>
                      <a:noFill/>
                    </a:lnT>
                    <a:lnB>
                      <a:noFill/>
                    </a:lnB>
                  </a:tcPr>
                </a:tc>
                <a:tc>
                  <a:txBody>
                    <a:bodyPr/>
                    <a:lstStyle/>
                    <a:p>
                      <a:r>
                        <a:rPr lang="en-IN" sz="1100" b="1" dirty="0"/>
                        <a:t>5,750</a:t>
                      </a:r>
                      <a:endParaRPr lang="en-IN" sz="1100" dirty="0"/>
                    </a:p>
                  </a:txBody>
                  <a:tcPr marL="53881" marR="53881" marT="26940" marB="26940" anchor="ctr">
                    <a:lnL>
                      <a:noFill/>
                    </a:lnL>
                    <a:lnR>
                      <a:noFill/>
                    </a:lnR>
                    <a:lnT>
                      <a:noFill/>
                    </a:lnT>
                    <a:lnB>
                      <a:noFill/>
                    </a:lnB>
                  </a:tcPr>
                </a:tc>
                <a:extLst>
                  <a:ext uri="{0D108BD9-81ED-4DB2-BD59-A6C34878D82A}">
                    <a16:rowId xmlns:a16="http://schemas.microsoft.com/office/drawing/2014/main" val="99060504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8054" y="197358"/>
            <a:ext cx="7439546" cy="2044149"/>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Recurring Budget Estimation</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b="1"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14</a:t>
            </a:fld>
            <a:endParaRPr spc="-25" dirty="0"/>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EC50EA41-CC2D-4E0E-A562-40FE1CFFDE5A}"/>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12FA3781-F2F3-4F60-957D-509C6304922D}"/>
              </a:ext>
            </a:extLst>
          </p:cNvPr>
          <p:cNvGraphicFramePr>
            <a:graphicFrameLocks noGrp="1"/>
          </p:cNvGraphicFramePr>
          <p:nvPr>
            <p:extLst>
              <p:ext uri="{D42A27DB-BD31-4B8C-83A1-F6EECF244321}">
                <p14:modId xmlns:p14="http://schemas.microsoft.com/office/powerpoint/2010/main" val="1433557436"/>
              </p:ext>
            </p:extLst>
          </p:nvPr>
        </p:nvGraphicFramePr>
        <p:xfrm>
          <a:off x="379095" y="1187773"/>
          <a:ext cx="10972800" cy="3931920"/>
        </p:xfrm>
        <a:graphic>
          <a:graphicData uri="http://schemas.openxmlformats.org/drawingml/2006/table">
            <a:tbl>
              <a:tblPr/>
              <a:tblGrid>
                <a:gridCol w="2194560">
                  <a:extLst>
                    <a:ext uri="{9D8B030D-6E8A-4147-A177-3AD203B41FA5}">
                      <a16:colId xmlns:a16="http://schemas.microsoft.com/office/drawing/2014/main" val="2786800637"/>
                    </a:ext>
                  </a:extLst>
                </a:gridCol>
                <a:gridCol w="2194560">
                  <a:extLst>
                    <a:ext uri="{9D8B030D-6E8A-4147-A177-3AD203B41FA5}">
                      <a16:colId xmlns:a16="http://schemas.microsoft.com/office/drawing/2014/main" val="1917974577"/>
                    </a:ext>
                  </a:extLst>
                </a:gridCol>
                <a:gridCol w="2194560">
                  <a:extLst>
                    <a:ext uri="{9D8B030D-6E8A-4147-A177-3AD203B41FA5}">
                      <a16:colId xmlns:a16="http://schemas.microsoft.com/office/drawing/2014/main" val="544662849"/>
                    </a:ext>
                  </a:extLst>
                </a:gridCol>
                <a:gridCol w="2194560">
                  <a:extLst>
                    <a:ext uri="{9D8B030D-6E8A-4147-A177-3AD203B41FA5}">
                      <a16:colId xmlns:a16="http://schemas.microsoft.com/office/drawing/2014/main" val="3326626682"/>
                    </a:ext>
                  </a:extLst>
                </a:gridCol>
                <a:gridCol w="2194560">
                  <a:extLst>
                    <a:ext uri="{9D8B030D-6E8A-4147-A177-3AD203B41FA5}">
                      <a16:colId xmlns:a16="http://schemas.microsoft.com/office/drawing/2014/main" val="4255921463"/>
                    </a:ext>
                  </a:extLst>
                </a:gridCol>
              </a:tblGrid>
              <a:tr h="0">
                <a:tc>
                  <a:txBody>
                    <a:bodyPr/>
                    <a:lstStyle/>
                    <a:p>
                      <a:r>
                        <a:rPr lang="en-IN"/>
                        <a:t>S. No</a:t>
                      </a:r>
                    </a:p>
                  </a:txBody>
                  <a:tcPr anchor="ctr">
                    <a:lnL>
                      <a:noFill/>
                    </a:lnL>
                    <a:lnR>
                      <a:noFill/>
                    </a:lnR>
                    <a:lnT>
                      <a:noFill/>
                    </a:lnT>
                    <a:lnB>
                      <a:noFill/>
                    </a:lnB>
                  </a:tcPr>
                </a:tc>
                <a:tc>
                  <a:txBody>
                    <a:bodyPr/>
                    <a:lstStyle/>
                    <a:p>
                      <a:r>
                        <a:rPr lang="en-IN"/>
                        <a:t>Item Head</a:t>
                      </a:r>
                    </a:p>
                  </a:txBody>
                  <a:tcPr anchor="ctr">
                    <a:lnL>
                      <a:noFill/>
                    </a:lnL>
                    <a:lnR>
                      <a:noFill/>
                    </a:lnR>
                    <a:lnT>
                      <a:noFill/>
                    </a:lnT>
                    <a:lnB>
                      <a:noFill/>
                    </a:lnB>
                  </a:tcPr>
                </a:tc>
                <a:tc>
                  <a:txBody>
                    <a:bodyPr/>
                    <a:lstStyle/>
                    <a:p>
                      <a:r>
                        <a:rPr lang="en-IN"/>
                        <a:t>Estimated Cost (Rs.)</a:t>
                      </a:r>
                    </a:p>
                  </a:txBody>
                  <a:tcPr anchor="ctr">
                    <a:lnL>
                      <a:noFill/>
                    </a:lnL>
                    <a:lnR>
                      <a:noFill/>
                    </a:lnR>
                    <a:lnT>
                      <a:noFill/>
                    </a:lnT>
                    <a:lnB>
                      <a:noFill/>
                    </a:lnB>
                  </a:tcPr>
                </a:tc>
                <a:tc>
                  <a:txBody>
                    <a:bodyPr/>
                    <a:lstStyle/>
                    <a:p>
                      <a:r>
                        <a:rPr lang="en-IN"/>
                        <a:t>Fund Arranged (Rs.)</a:t>
                      </a:r>
                    </a:p>
                  </a:txBody>
                  <a:tcPr anchor="ctr">
                    <a:lnL>
                      <a:noFill/>
                    </a:lnL>
                    <a:lnR>
                      <a:noFill/>
                    </a:lnR>
                    <a:lnT>
                      <a:noFill/>
                    </a:lnT>
                    <a:lnB>
                      <a:noFill/>
                    </a:lnB>
                  </a:tcPr>
                </a:tc>
                <a:tc>
                  <a:txBody>
                    <a:bodyPr/>
                    <a:lstStyle/>
                    <a:p>
                      <a:r>
                        <a:rPr lang="en-IN"/>
                        <a:t>Fund Required (Rs.)</a:t>
                      </a:r>
                    </a:p>
                  </a:txBody>
                  <a:tcPr anchor="ctr">
                    <a:lnL>
                      <a:noFill/>
                    </a:lnL>
                    <a:lnR>
                      <a:noFill/>
                    </a:lnR>
                    <a:lnT>
                      <a:noFill/>
                    </a:lnT>
                    <a:lnB>
                      <a:noFill/>
                    </a:lnB>
                  </a:tcPr>
                </a:tc>
                <a:extLst>
                  <a:ext uri="{0D108BD9-81ED-4DB2-BD59-A6C34878D82A}">
                    <a16:rowId xmlns:a16="http://schemas.microsoft.com/office/drawing/2014/main" val="2918830825"/>
                  </a:ext>
                </a:extLst>
              </a:tr>
              <a:tr h="0">
                <a:tc>
                  <a:txBody>
                    <a:bodyPr/>
                    <a:lstStyle/>
                    <a:p>
                      <a:r>
                        <a:rPr lang="en-IN"/>
                        <a:t>1</a:t>
                      </a:r>
                    </a:p>
                  </a:txBody>
                  <a:tcPr anchor="ctr">
                    <a:lnL>
                      <a:noFill/>
                    </a:lnL>
                    <a:lnR>
                      <a:noFill/>
                    </a:lnR>
                    <a:lnT>
                      <a:noFill/>
                    </a:lnT>
                    <a:lnB>
                      <a:noFill/>
                    </a:lnB>
                  </a:tcPr>
                </a:tc>
                <a:tc>
                  <a:txBody>
                    <a:bodyPr/>
                    <a:lstStyle/>
                    <a:p>
                      <a:r>
                        <a:rPr lang="en-IN"/>
                        <a:t>Web Application Development</a:t>
                      </a:r>
                    </a:p>
                  </a:txBody>
                  <a:tcPr anchor="ctr">
                    <a:lnL>
                      <a:noFill/>
                    </a:lnL>
                    <a:lnR>
                      <a:noFill/>
                    </a:lnR>
                    <a:lnT>
                      <a:noFill/>
                    </a:lnT>
                    <a:lnB>
                      <a:noFill/>
                    </a:lnB>
                  </a:tcPr>
                </a:tc>
                <a:tc>
                  <a:txBody>
                    <a:bodyPr/>
                    <a:lstStyle/>
                    <a:p>
                      <a:r>
                        <a:rPr lang="en-IN"/>
                        <a:t>3,000</a:t>
                      </a:r>
                    </a:p>
                  </a:txBody>
                  <a:tcPr anchor="ctr">
                    <a:lnL>
                      <a:noFill/>
                    </a:lnL>
                    <a:lnR>
                      <a:noFill/>
                    </a:lnR>
                    <a:lnT>
                      <a:noFill/>
                    </a:lnT>
                    <a:lnB>
                      <a:noFill/>
                    </a:lnB>
                  </a:tcPr>
                </a:tc>
                <a:tc>
                  <a:txBody>
                    <a:bodyPr/>
                    <a:lstStyle/>
                    <a:p>
                      <a:r>
                        <a:rPr lang="en-IN"/>
                        <a:t>1,500</a:t>
                      </a:r>
                    </a:p>
                  </a:txBody>
                  <a:tcPr anchor="ctr">
                    <a:lnL>
                      <a:noFill/>
                    </a:lnL>
                    <a:lnR>
                      <a:noFill/>
                    </a:lnR>
                    <a:lnT>
                      <a:noFill/>
                    </a:lnT>
                    <a:lnB>
                      <a:noFill/>
                    </a:lnB>
                  </a:tcPr>
                </a:tc>
                <a:tc>
                  <a:txBody>
                    <a:bodyPr/>
                    <a:lstStyle/>
                    <a:p>
                      <a:r>
                        <a:rPr lang="en-IN"/>
                        <a:t>1,500</a:t>
                      </a:r>
                    </a:p>
                  </a:txBody>
                  <a:tcPr anchor="ctr">
                    <a:lnL>
                      <a:noFill/>
                    </a:lnL>
                    <a:lnR>
                      <a:noFill/>
                    </a:lnR>
                    <a:lnT>
                      <a:noFill/>
                    </a:lnT>
                    <a:lnB>
                      <a:noFill/>
                    </a:lnB>
                  </a:tcPr>
                </a:tc>
                <a:extLst>
                  <a:ext uri="{0D108BD9-81ED-4DB2-BD59-A6C34878D82A}">
                    <a16:rowId xmlns:a16="http://schemas.microsoft.com/office/drawing/2014/main" val="2904605365"/>
                  </a:ext>
                </a:extLst>
              </a:tr>
              <a:tr h="0">
                <a:tc>
                  <a:txBody>
                    <a:bodyPr/>
                    <a:lstStyle/>
                    <a:p>
                      <a:r>
                        <a:rPr lang="en-IN"/>
                        <a:t>2</a:t>
                      </a:r>
                    </a:p>
                  </a:txBody>
                  <a:tcPr anchor="ctr">
                    <a:lnL>
                      <a:noFill/>
                    </a:lnL>
                    <a:lnR>
                      <a:noFill/>
                    </a:lnR>
                    <a:lnT>
                      <a:noFill/>
                    </a:lnT>
                    <a:lnB>
                      <a:noFill/>
                    </a:lnB>
                  </a:tcPr>
                </a:tc>
                <a:tc>
                  <a:txBody>
                    <a:bodyPr/>
                    <a:lstStyle/>
                    <a:p>
                      <a:r>
                        <a:rPr lang="en-IN"/>
                        <a:t>Cloud Hosting &amp; Database Services</a:t>
                      </a:r>
                    </a:p>
                  </a:txBody>
                  <a:tcPr anchor="ctr">
                    <a:lnL>
                      <a:noFill/>
                    </a:lnL>
                    <a:lnR>
                      <a:noFill/>
                    </a:lnR>
                    <a:lnT>
                      <a:noFill/>
                    </a:lnT>
                    <a:lnB>
                      <a:noFill/>
                    </a:lnB>
                  </a:tcPr>
                </a:tc>
                <a:tc>
                  <a:txBody>
                    <a:bodyPr/>
                    <a:lstStyle/>
                    <a:p>
                      <a:r>
                        <a:rPr lang="en-IN"/>
                        <a:t>1,500</a:t>
                      </a:r>
                    </a:p>
                  </a:txBody>
                  <a:tcPr anchor="ctr">
                    <a:lnL>
                      <a:noFill/>
                    </a:lnL>
                    <a:lnR>
                      <a:noFill/>
                    </a:lnR>
                    <a:lnT>
                      <a:noFill/>
                    </a:lnT>
                    <a:lnB>
                      <a:noFill/>
                    </a:lnB>
                  </a:tcPr>
                </a:tc>
                <a:tc>
                  <a:txBody>
                    <a:bodyPr/>
                    <a:lstStyle/>
                    <a:p>
                      <a:r>
                        <a:rPr lang="en-IN"/>
                        <a:t>750</a:t>
                      </a:r>
                    </a:p>
                  </a:txBody>
                  <a:tcPr anchor="ctr">
                    <a:lnL>
                      <a:noFill/>
                    </a:lnL>
                    <a:lnR>
                      <a:noFill/>
                    </a:lnR>
                    <a:lnT>
                      <a:noFill/>
                    </a:lnT>
                    <a:lnB>
                      <a:noFill/>
                    </a:lnB>
                  </a:tcPr>
                </a:tc>
                <a:tc>
                  <a:txBody>
                    <a:bodyPr/>
                    <a:lstStyle/>
                    <a:p>
                      <a:r>
                        <a:rPr lang="en-IN"/>
                        <a:t>750</a:t>
                      </a:r>
                    </a:p>
                  </a:txBody>
                  <a:tcPr anchor="ctr">
                    <a:lnL>
                      <a:noFill/>
                    </a:lnL>
                    <a:lnR>
                      <a:noFill/>
                    </a:lnR>
                    <a:lnT>
                      <a:noFill/>
                    </a:lnT>
                    <a:lnB>
                      <a:noFill/>
                    </a:lnB>
                  </a:tcPr>
                </a:tc>
                <a:extLst>
                  <a:ext uri="{0D108BD9-81ED-4DB2-BD59-A6C34878D82A}">
                    <a16:rowId xmlns:a16="http://schemas.microsoft.com/office/drawing/2014/main" val="2869133938"/>
                  </a:ext>
                </a:extLst>
              </a:tr>
              <a:tr h="0">
                <a:tc>
                  <a:txBody>
                    <a:bodyPr/>
                    <a:lstStyle/>
                    <a:p>
                      <a:r>
                        <a:rPr lang="en-IN"/>
                        <a:t>3</a:t>
                      </a:r>
                    </a:p>
                  </a:txBody>
                  <a:tcPr anchor="ctr">
                    <a:lnL>
                      <a:noFill/>
                    </a:lnL>
                    <a:lnR>
                      <a:noFill/>
                    </a:lnR>
                    <a:lnT>
                      <a:noFill/>
                    </a:lnT>
                    <a:lnB>
                      <a:noFill/>
                    </a:lnB>
                  </a:tcPr>
                </a:tc>
                <a:tc>
                  <a:txBody>
                    <a:bodyPr/>
                    <a:lstStyle/>
                    <a:p>
                      <a:r>
                        <a:rPr lang="en-IN"/>
                        <a:t>Domain Registration &amp; Deployment</a:t>
                      </a:r>
                    </a:p>
                  </a:txBody>
                  <a:tcPr anchor="ctr">
                    <a:lnL>
                      <a:noFill/>
                    </a:lnL>
                    <a:lnR>
                      <a:noFill/>
                    </a:lnR>
                    <a:lnT>
                      <a:noFill/>
                    </a:lnT>
                    <a:lnB>
                      <a:noFill/>
                    </a:lnB>
                  </a:tcPr>
                </a:tc>
                <a:tc>
                  <a:txBody>
                    <a:bodyPr/>
                    <a:lstStyle/>
                    <a:p>
                      <a:r>
                        <a:rPr lang="en-IN"/>
                        <a:t>700</a:t>
                      </a:r>
                    </a:p>
                  </a:txBody>
                  <a:tcPr anchor="ctr">
                    <a:lnL>
                      <a:noFill/>
                    </a:lnL>
                    <a:lnR>
                      <a:noFill/>
                    </a:lnR>
                    <a:lnT>
                      <a:noFill/>
                    </a:lnT>
                    <a:lnB>
                      <a:noFill/>
                    </a:lnB>
                  </a:tcPr>
                </a:tc>
                <a:tc>
                  <a:txBody>
                    <a:bodyPr/>
                    <a:lstStyle/>
                    <a:p>
                      <a:r>
                        <a:rPr lang="en-IN"/>
                        <a:t>350</a:t>
                      </a:r>
                    </a:p>
                  </a:txBody>
                  <a:tcPr anchor="ctr">
                    <a:lnL>
                      <a:noFill/>
                    </a:lnL>
                    <a:lnR>
                      <a:noFill/>
                    </a:lnR>
                    <a:lnT>
                      <a:noFill/>
                    </a:lnT>
                    <a:lnB>
                      <a:noFill/>
                    </a:lnB>
                  </a:tcPr>
                </a:tc>
                <a:tc>
                  <a:txBody>
                    <a:bodyPr/>
                    <a:lstStyle/>
                    <a:p>
                      <a:r>
                        <a:rPr lang="en-IN"/>
                        <a:t>350</a:t>
                      </a:r>
                    </a:p>
                  </a:txBody>
                  <a:tcPr anchor="ctr">
                    <a:lnL>
                      <a:noFill/>
                    </a:lnL>
                    <a:lnR>
                      <a:noFill/>
                    </a:lnR>
                    <a:lnT>
                      <a:noFill/>
                    </a:lnT>
                    <a:lnB>
                      <a:noFill/>
                    </a:lnB>
                  </a:tcPr>
                </a:tc>
                <a:extLst>
                  <a:ext uri="{0D108BD9-81ED-4DB2-BD59-A6C34878D82A}">
                    <a16:rowId xmlns:a16="http://schemas.microsoft.com/office/drawing/2014/main" val="2675137503"/>
                  </a:ext>
                </a:extLst>
              </a:tr>
              <a:tr h="0">
                <a:tc>
                  <a:txBody>
                    <a:bodyPr/>
                    <a:lstStyle/>
                    <a:p>
                      <a:r>
                        <a:rPr lang="en-IN"/>
                        <a:t>4</a:t>
                      </a:r>
                    </a:p>
                  </a:txBody>
                  <a:tcPr anchor="ctr">
                    <a:lnL>
                      <a:noFill/>
                    </a:lnL>
                    <a:lnR>
                      <a:noFill/>
                    </a:lnR>
                    <a:lnT>
                      <a:noFill/>
                    </a:lnT>
                    <a:lnB>
                      <a:noFill/>
                    </a:lnB>
                  </a:tcPr>
                </a:tc>
                <a:tc>
                  <a:txBody>
                    <a:bodyPr/>
                    <a:lstStyle/>
                    <a:p>
                      <a:r>
                        <a:rPr lang="en-IN"/>
                        <a:t>APIs / Data Visualization Tools</a:t>
                      </a:r>
                    </a:p>
                  </a:txBody>
                  <a:tcPr anchor="ctr">
                    <a:lnL>
                      <a:noFill/>
                    </a:lnL>
                    <a:lnR>
                      <a:noFill/>
                    </a:lnR>
                    <a:lnT>
                      <a:noFill/>
                    </a:lnT>
                    <a:lnB>
                      <a:noFill/>
                    </a:lnB>
                  </a:tcPr>
                </a:tc>
                <a:tc>
                  <a:txBody>
                    <a:bodyPr/>
                    <a:lstStyle/>
                    <a:p>
                      <a:r>
                        <a:rPr lang="en-IN"/>
                        <a:t>800</a:t>
                      </a:r>
                    </a:p>
                  </a:txBody>
                  <a:tcPr anchor="ctr">
                    <a:lnL>
                      <a:noFill/>
                    </a:lnL>
                    <a:lnR>
                      <a:noFill/>
                    </a:lnR>
                    <a:lnT>
                      <a:noFill/>
                    </a:lnT>
                    <a:lnB>
                      <a:noFill/>
                    </a:lnB>
                  </a:tcPr>
                </a:tc>
                <a:tc>
                  <a:txBody>
                    <a:bodyPr/>
                    <a:lstStyle/>
                    <a:p>
                      <a:r>
                        <a:rPr lang="en-IN"/>
                        <a:t>400</a:t>
                      </a:r>
                    </a:p>
                  </a:txBody>
                  <a:tcPr anchor="ctr">
                    <a:lnL>
                      <a:noFill/>
                    </a:lnL>
                    <a:lnR>
                      <a:noFill/>
                    </a:lnR>
                    <a:lnT>
                      <a:noFill/>
                    </a:lnT>
                    <a:lnB>
                      <a:noFill/>
                    </a:lnB>
                  </a:tcPr>
                </a:tc>
                <a:tc>
                  <a:txBody>
                    <a:bodyPr/>
                    <a:lstStyle/>
                    <a:p>
                      <a:r>
                        <a:rPr lang="en-IN"/>
                        <a:t>400</a:t>
                      </a:r>
                    </a:p>
                  </a:txBody>
                  <a:tcPr anchor="ctr">
                    <a:lnL>
                      <a:noFill/>
                    </a:lnL>
                    <a:lnR>
                      <a:noFill/>
                    </a:lnR>
                    <a:lnT>
                      <a:noFill/>
                    </a:lnT>
                    <a:lnB>
                      <a:noFill/>
                    </a:lnB>
                  </a:tcPr>
                </a:tc>
                <a:extLst>
                  <a:ext uri="{0D108BD9-81ED-4DB2-BD59-A6C34878D82A}">
                    <a16:rowId xmlns:a16="http://schemas.microsoft.com/office/drawing/2014/main" val="3945514940"/>
                  </a:ext>
                </a:extLst>
              </a:tr>
              <a:tr h="0">
                <a:tc>
                  <a:txBody>
                    <a:bodyPr/>
                    <a:lstStyle/>
                    <a:p>
                      <a:r>
                        <a:rPr lang="en-IN"/>
                        <a:t>5</a:t>
                      </a:r>
                    </a:p>
                  </a:txBody>
                  <a:tcPr anchor="ctr">
                    <a:lnL>
                      <a:noFill/>
                    </a:lnL>
                    <a:lnR>
                      <a:noFill/>
                    </a:lnR>
                    <a:lnT>
                      <a:noFill/>
                    </a:lnT>
                    <a:lnB>
                      <a:noFill/>
                    </a:lnB>
                  </a:tcPr>
                </a:tc>
                <a:tc>
                  <a:txBody>
                    <a:bodyPr/>
                    <a:lstStyle/>
                    <a:p>
                      <a:r>
                        <a:rPr lang="en-IN"/>
                        <a:t>Software Testing &amp; Maintenance</a:t>
                      </a:r>
                    </a:p>
                  </a:txBody>
                  <a:tcPr anchor="ctr">
                    <a:lnL>
                      <a:noFill/>
                    </a:lnL>
                    <a:lnR>
                      <a:noFill/>
                    </a:lnR>
                    <a:lnT>
                      <a:noFill/>
                    </a:lnT>
                    <a:lnB>
                      <a:noFill/>
                    </a:lnB>
                  </a:tcPr>
                </a:tc>
                <a:tc>
                  <a:txBody>
                    <a:bodyPr/>
                    <a:lstStyle/>
                    <a:p>
                      <a:r>
                        <a:rPr lang="en-IN"/>
                        <a:t>1,000</a:t>
                      </a:r>
                    </a:p>
                  </a:txBody>
                  <a:tcPr anchor="ctr">
                    <a:lnL>
                      <a:noFill/>
                    </a:lnL>
                    <a:lnR>
                      <a:noFill/>
                    </a:lnR>
                    <a:lnT>
                      <a:noFill/>
                    </a:lnT>
                    <a:lnB>
                      <a:noFill/>
                    </a:lnB>
                  </a:tcPr>
                </a:tc>
                <a:tc>
                  <a:txBody>
                    <a:bodyPr/>
                    <a:lstStyle/>
                    <a:p>
                      <a:r>
                        <a:rPr lang="en-IN"/>
                        <a:t>500</a:t>
                      </a:r>
                    </a:p>
                  </a:txBody>
                  <a:tcPr anchor="ctr">
                    <a:lnL>
                      <a:noFill/>
                    </a:lnL>
                    <a:lnR>
                      <a:noFill/>
                    </a:lnR>
                    <a:lnT>
                      <a:noFill/>
                    </a:lnT>
                    <a:lnB>
                      <a:noFill/>
                    </a:lnB>
                  </a:tcPr>
                </a:tc>
                <a:tc>
                  <a:txBody>
                    <a:bodyPr/>
                    <a:lstStyle/>
                    <a:p>
                      <a:r>
                        <a:rPr lang="en-IN"/>
                        <a:t>500</a:t>
                      </a:r>
                    </a:p>
                  </a:txBody>
                  <a:tcPr anchor="ctr">
                    <a:lnL>
                      <a:noFill/>
                    </a:lnL>
                    <a:lnR>
                      <a:noFill/>
                    </a:lnR>
                    <a:lnT>
                      <a:noFill/>
                    </a:lnT>
                    <a:lnB>
                      <a:noFill/>
                    </a:lnB>
                  </a:tcPr>
                </a:tc>
                <a:extLst>
                  <a:ext uri="{0D108BD9-81ED-4DB2-BD59-A6C34878D82A}">
                    <a16:rowId xmlns:a16="http://schemas.microsoft.com/office/drawing/2014/main" val="3383442779"/>
                  </a:ext>
                </a:extLst>
              </a:tr>
              <a:tr h="0">
                <a:tc>
                  <a:txBody>
                    <a:bodyPr/>
                    <a:lstStyle/>
                    <a:p>
                      <a:r>
                        <a:rPr lang="en-IN" b="1"/>
                        <a:t>Subtotal</a:t>
                      </a:r>
                      <a:endParaRPr lang="en-IN"/>
                    </a:p>
                  </a:txBody>
                  <a:tcPr anchor="ctr">
                    <a:lnL>
                      <a:noFill/>
                    </a:lnL>
                    <a:lnR>
                      <a:noFill/>
                    </a:lnR>
                    <a:lnT>
                      <a:noFill/>
                    </a:lnT>
                    <a:lnB>
                      <a:noFill/>
                    </a:lnB>
                  </a:tcPr>
                </a:tc>
                <a:tc>
                  <a:txBody>
                    <a:bodyPr/>
                    <a:lstStyle/>
                    <a:p>
                      <a:endParaRPr lang="en-IN"/>
                    </a:p>
                  </a:txBody>
                  <a:tcPr anchor="ctr">
                    <a:lnL>
                      <a:noFill/>
                    </a:lnL>
                    <a:lnR>
                      <a:noFill/>
                    </a:lnR>
                    <a:lnT>
                      <a:noFill/>
                    </a:lnT>
                    <a:lnB>
                      <a:noFill/>
                    </a:lnB>
                  </a:tcPr>
                </a:tc>
                <a:tc>
                  <a:txBody>
                    <a:bodyPr/>
                    <a:lstStyle/>
                    <a:p>
                      <a:r>
                        <a:rPr lang="en-IN" b="1"/>
                        <a:t>7,000</a:t>
                      </a:r>
                      <a:endParaRPr lang="en-IN"/>
                    </a:p>
                  </a:txBody>
                  <a:tcPr anchor="ctr">
                    <a:lnL>
                      <a:noFill/>
                    </a:lnL>
                    <a:lnR>
                      <a:noFill/>
                    </a:lnR>
                    <a:lnT>
                      <a:noFill/>
                    </a:lnT>
                    <a:lnB>
                      <a:noFill/>
                    </a:lnB>
                  </a:tcPr>
                </a:tc>
                <a:tc>
                  <a:txBody>
                    <a:bodyPr/>
                    <a:lstStyle/>
                    <a:p>
                      <a:r>
                        <a:rPr lang="en-IN" b="1"/>
                        <a:t>3,500</a:t>
                      </a:r>
                      <a:endParaRPr lang="en-IN"/>
                    </a:p>
                  </a:txBody>
                  <a:tcPr anchor="ctr">
                    <a:lnL>
                      <a:noFill/>
                    </a:lnL>
                    <a:lnR>
                      <a:noFill/>
                    </a:lnR>
                    <a:lnT>
                      <a:noFill/>
                    </a:lnT>
                    <a:lnB>
                      <a:noFill/>
                    </a:lnB>
                  </a:tcPr>
                </a:tc>
                <a:tc>
                  <a:txBody>
                    <a:bodyPr/>
                    <a:lstStyle/>
                    <a:p>
                      <a:r>
                        <a:rPr lang="en-IN" b="1" dirty="0"/>
                        <a:t>3,500</a:t>
                      </a:r>
                      <a:endParaRPr lang="en-IN" dirty="0"/>
                    </a:p>
                  </a:txBody>
                  <a:tcPr anchor="ctr">
                    <a:lnL>
                      <a:noFill/>
                    </a:lnL>
                    <a:lnR>
                      <a:noFill/>
                    </a:lnR>
                    <a:lnT>
                      <a:noFill/>
                    </a:lnT>
                    <a:lnB>
                      <a:noFill/>
                    </a:lnB>
                  </a:tcPr>
                </a:tc>
                <a:extLst>
                  <a:ext uri="{0D108BD9-81ED-4DB2-BD59-A6C34878D82A}">
                    <a16:rowId xmlns:a16="http://schemas.microsoft.com/office/drawing/2014/main" val="4276148813"/>
                  </a:ext>
                </a:extLst>
              </a:tr>
            </a:tbl>
          </a:graphicData>
        </a:graphic>
      </p:graphicFrame>
    </p:spTree>
    <p:extLst>
      <p:ext uri="{BB962C8B-B14F-4D97-AF65-F5344CB8AC3E}">
        <p14:creationId xmlns:p14="http://schemas.microsoft.com/office/powerpoint/2010/main" val="2684929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8054" y="197358"/>
            <a:ext cx="9268346" cy="1367041"/>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Sample code</a:t>
            </a:r>
            <a:br>
              <a:rPr lang="en-US" dirty="0">
                <a:latin typeface="Times New Roman" panose="02020603050405020304" pitchFamily="18" charset="0"/>
                <a:cs typeface="Times New Roman" panose="02020603050405020304" pitchFamily="18" charset="0"/>
              </a:rPr>
            </a:br>
            <a:endParaRPr b="1"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15</a:t>
            </a:fld>
            <a:endParaRPr spc="-25" dirty="0"/>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49DB8F9-F8B8-4C5A-95D4-6AB366A64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54" y="1020041"/>
            <a:ext cx="12163945" cy="5605199"/>
          </a:xfrm>
          <a:prstGeom prst="rect">
            <a:avLst/>
          </a:prstGeom>
        </p:spPr>
      </p:pic>
      <p:sp>
        <p:nvSpPr>
          <p:cNvPr id="15" name="object 7">
            <a:extLst>
              <a:ext uri="{FF2B5EF4-FFF2-40B4-BE49-F238E27FC236}">
                <a16:creationId xmlns:a16="http://schemas.microsoft.com/office/drawing/2014/main" id="{514983D2-2C43-4CE3-BC9C-575C8C4D88D8}"/>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7374" y="253384"/>
            <a:ext cx="8136255" cy="1367041"/>
          </a:xfrm>
          <a:prstGeom prst="rect">
            <a:avLst/>
          </a:prstGeom>
        </p:spPr>
        <p:txBody>
          <a:bodyPr vert="horz" wrap="square" lIns="0" tIns="12700" rIns="0" bIns="0" rtlCol="0">
            <a:spAutoFit/>
          </a:bodyPr>
          <a:lstStyle/>
          <a:p>
            <a:pPr marL="12700">
              <a:spcBef>
                <a:spcPts val="100"/>
              </a:spcBef>
              <a:tabLst>
                <a:tab pos="1966595" algn="l"/>
                <a:tab pos="5348605" algn="l"/>
                <a:tab pos="6511925" algn="l"/>
              </a:tabLst>
            </a:pPr>
            <a:r>
              <a:rPr lang="en-US" b="1" dirty="0">
                <a:latin typeface="Times New Roman" panose="02020603050405020304" pitchFamily="18" charset="0"/>
                <a:cs typeface="Times New Roman" panose="02020603050405020304" pitchFamily="18" charset="0"/>
              </a:rPr>
              <a:t>Project Execution Screenshots</a:t>
            </a:r>
            <a:br>
              <a:rPr lang="en-US" dirty="0">
                <a:latin typeface="Times New Roman" panose="02020603050405020304" pitchFamily="18" charset="0"/>
                <a:cs typeface="Times New Roman" panose="02020603050405020304" pitchFamily="18" charset="0"/>
              </a:rPr>
            </a:br>
            <a:endParaRPr b="1" spc="-10" dirty="0"/>
          </a:p>
        </p:txBody>
      </p:sp>
      <p:sp>
        <p:nvSpPr>
          <p:cNvPr id="15" name="object 15"/>
          <p:cNvSpPr txBox="1"/>
          <p:nvPr/>
        </p:nvSpPr>
        <p:spPr>
          <a:xfrm>
            <a:off x="7147577" y="6629311"/>
            <a:ext cx="43586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16</a:t>
            </a:fld>
            <a:endParaRPr spc="-25" dirty="0"/>
          </a:p>
        </p:txBody>
      </p:sp>
      <p:sp>
        <p:nvSpPr>
          <p:cNvPr id="17"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8"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15F28C3-02FA-4676-BB10-BD12C16DD5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783" y="1112454"/>
            <a:ext cx="5870153" cy="4844289"/>
          </a:xfrm>
          <a:prstGeom prst="rect">
            <a:avLst/>
          </a:prstGeom>
        </p:spPr>
      </p:pic>
      <p:pic>
        <p:nvPicPr>
          <p:cNvPr id="13" name="Picture 12">
            <a:extLst>
              <a:ext uri="{FF2B5EF4-FFF2-40B4-BE49-F238E27FC236}">
                <a16:creationId xmlns:a16="http://schemas.microsoft.com/office/drawing/2014/main" id="{5045D737-9B01-43BE-A950-9F7CB825D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9387" y="1112455"/>
            <a:ext cx="5698035" cy="4844200"/>
          </a:xfrm>
          <a:prstGeom prst="rect">
            <a:avLst/>
          </a:prstGeom>
        </p:spPr>
      </p:pic>
      <p:sp>
        <p:nvSpPr>
          <p:cNvPr id="14" name="object 7">
            <a:extLst>
              <a:ext uri="{FF2B5EF4-FFF2-40B4-BE49-F238E27FC236}">
                <a16:creationId xmlns:a16="http://schemas.microsoft.com/office/drawing/2014/main" id="{6175F838-1F84-4892-A0AE-AED44813713C}"/>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8054" y="197358"/>
            <a:ext cx="9268346" cy="1367041"/>
          </a:xfrm>
          <a:prstGeom prst="rect">
            <a:avLst/>
          </a:prstGeom>
        </p:spPr>
        <p:txBody>
          <a:bodyPr vert="horz" wrap="square" lIns="0" tIns="12700" rIns="0" bIns="0" rtlCol="0">
            <a:spAutoFit/>
          </a:bodyPr>
          <a:lstStyle/>
          <a:p>
            <a:pPr marL="12700">
              <a:spcBef>
                <a:spcPts val="100"/>
              </a:spcBef>
            </a:pPr>
            <a:r>
              <a:rPr lang="en-US" b="1" dirty="0">
                <a:latin typeface="Times New Roman" panose="02020603050405020304" pitchFamily="18" charset="0"/>
                <a:cs typeface="Times New Roman" panose="02020603050405020304" pitchFamily="18" charset="0"/>
              </a:rPr>
              <a:t>Reference</a:t>
            </a:r>
            <a:br>
              <a:rPr lang="en-US" dirty="0">
                <a:latin typeface="Times New Roman" panose="02020603050405020304" pitchFamily="18" charset="0"/>
                <a:cs typeface="Times New Roman" panose="02020603050405020304" pitchFamily="18" charset="0"/>
              </a:rPr>
            </a:br>
            <a:endParaRPr b="1"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17</a:t>
            </a:fld>
            <a:endParaRPr spc="-25" dirty="0"/>
          </a:p>
        </p:txBody>
      </p:sp>
      <p:sp>
        <p:nvSpPr>
          <p:cNvPr id="7" name="object 7"/>
          <p:cNvSpPr txBox="1"/>
          <p:nvPr/>
        </p:nvSpPr>
        <p:spPr>
          <a:xfrm>
            <a:off x="152400" y="990600"/>
            <a:ext cx="11963400" cy="5321935"/>
          </a:xfrm>
          <a:prstGeom prst="rect">
            <a:avLst/>
          </a:prstGeom>
        </p:spPr>
        <p:txBody>
          <a:bodyPr vert="horz" wrap="square" lIns="0" tIns="60960" rIns="0" bIns="0" rtlCol="0">
            <a:noAutofit/>
          </a:bodyPr>
          <a:lstStyle/>
          <a:p>
            <a:pPr marL="590550" marR="5080" indent="-577850">
              <a:lnSpc>
                <a:spcPts val="3020"/>
              </a:lnSpc>
              <a:spcBef>
                <a:spcPts val="480"/>
              </a:spcBef>
            </a:pPr>
            <a:r>
              <a:rPr lang="en-IN" altLang="en-US" b="1" dirty="0">
                <a:latin typeface="Times New Roman" panose="02020603050405020304" pitchFamily="18" charset="0"/>
                <a:cs typeface="Times New Roman" panose="02020603050405020304" pitchFamily="18" charset="0"/>
              </a:rPr>
              <a:t>1. </a:t>
            </a:r>
            <a:r>
              <a:rPr lang="en-US" altLang="en-US" sz="2000" dirty="0">
                <a:latin typeface="Times New Roman" panose="02020603050405020304" pitchFamily="18" charset="0"/>
                <a:cs typeface="Times New Roman" panose="02020603050405020304" pitchFamily="18" charset="0"/>
              </a:rPr>
              <a:t>Patil, K. A., &amp; Kale, N. R., “A Model for Smart Agriculture Using IoT,” International Conference on Global</a:t>
            </a:r>
          </a:p>
          <a:p>
            <a:pPr marL="590550" marR="5080" indent="-577850">
              <a:lnSpc>
                <a:spcPts val="3020"/>
              </a:lnSpc>
              <a:spcBef>
                <a:spcPts val="480"/>
              </a:spcBef>
            </a:pPr>
            <a:r>
              <a:rPr lang="en-US" altLang="en-US" sz="2000" dirty="0">
                <a:latin typeface="Times New Roman" panose="02020603050405020304" pitchFamily="18" charset="0"/>
                <a:cs typeface="Times New Roman" panose="02020603050405020304" pitchFamily="18" charset="0"/>
              </a:rPr>
              <a:t>Trends in Signal Processing, Information Computing and Communication, IEEE, 2016.</a:t>
            </a:r>
          </a:p>
          <a:p>
            <a:pPr marL="590550" marR="5080" indent="-577850">
              <a:lnSpc>
                <a:spcPts val="3020"/>
              </a:lnSpc>
              <a:spcBef>
                <a:spcPts val="480"/>
              </a:spcBef>
            </a:pPr>
            <a:r>
              <a:rPr lang="en-IN" altLang="en-US" sz="2000" b="1" dirty="0">
                <a:latin typeface="Times New Roman" panose="02020603050405020304" pitchFamily="18" charset="0"/>
                <a:cs typeface="Times New Roman" panose="02020603050405020304" pitchFamily="18" charset="0"/>
              </a:rPr>
              <a:t>2. </a:t>
            </a:r>
            <a:r>
              <a:rPr lang="en-US" altLang="en-US" sz="2000" dirty="0">
                <a:latin typeface="Times New Roman" panose="02020603050405020304" pitchFamily="18" charset="0"/>
                <a:cs typeface="Times New Roman" panose="02020603050405020304" pitchFamily="18" charset="0"/>
              </a:rPr>
              <a:t>Ray, P. P., “Internet of Things for Smart Agriculture: Technologies, Practices and Future Direction,” Journal of</a:t>
            </a:r>
          </a:p>
          <a:p>
            <a:pPr marL="590550" marR="5080" indent="-577850">
              <a:lnSpc>
                <a:spcPts val="3020"/>
              </a:lnSpc>
              <a:spcBef>
                <a:spcPts val="480"/>
              </a:spcBef>
            </a:pPr>
            <a:r>
              <a:rPr lang="en-US" altLang="en-US" sz="2000" dirty="0">
                <a:latin typeface="Times New Roman" panose="02020603050405020304" pitchFamily="18" charset="0"/>
                <a:cs typeface="Times New Roman" panose="02020603050405020304" pitchFamily="18" charset="0"/>
              </a:rPr>
              <a:t>Ambient Intelligence and Smart Environments, 2017.</a:t>
            </a:r>
          </a:p>
          <a:p>
            <a:pPr marL="590550" marR="5080" indent="-577850">
              <a:lnSpc>
                <a:spcPts val="3020"/>
              </a:lnSpc>
              <a:spcBef>
                <a:spcPts val="480"/>
              </a:spcBef>
            </a:pPr>
            <a:r>
              <a:rPr lang="en-IN" altLang="en-US" sz="2000" b="1" dirty="0">
                <a:latin typeface="Times New Roman" panose="02020603050405020304" pitchFamily="18" charset="0"/>
                <a:cs typeface="Times New Roman" panose="02020603050405020304" pitchFamily="18" charset="0"/>
              </a:rPr>
              <a:t>3. </a:t>
            </a:r>
            <a:r>
              <a:rPr lang="en-US" altLang="en-US" sz="2000" dirty="0">
                <a:latin typeface="Times New Roman" panose="02020603050405020304" pitchFamily="18" charset="0"/>
                <a:cs typeface="Times New Roman" panose="02020603050405020304" pitchFamily="18" charset="0"/>
              </a:rPr>
              <a:t>Zhang, Y., Wang, G., Wang, J., &amp; Liu, X., “Digital Twin-Based Smart Agriculture: Framework and Key</a:t>
            </a:r>
          </a:p>
          <a:p>
            <a:pPr marL="590550" marR="5080" indent="-577850">
              <a:lnSpc>
                <a:spcPts val="3020"/>
              </a:lnSpc>
              <a:spcBef>
                <a:spcPts val="480"/>
              </a:spcBef>
            </a:pPr>
            <a:r>
              <a:rPr lang="en-US" altLang="en-US" sz="2000" dirty="0">
                <a:latin typeface="Times New Roman" panose="02020603050405020304" pitchFamily="18" charset="0"/>
                <a:cs typeface="Times New Roman" panose="02020603050405020304" pitchFamily="18" charset="0"/>
              </a:rPr>
              <a:t>Technologies,” IEEE Access, 2021.</a:t>
            </a:r>
          </a:p>
          <a:p>
            <a:pPr marL="590550" marR="5080" indent="-577850">
              <a:lnSpc>
                <a:spcPts val="3020"/>
              </a:lnSpc>
              <a:spcBef>
                <a:spcPts val="480"/>
              </a:spcBef>
            </a:pPr>
            <a:r>
              <a:rPr lang="en-IN" altLang="en-US" sz="2000" b="1" dirty="0">
                <a:latin typeface="Times New Roman" panose="02020603050405020304" pitchFamily="18" charset="0"/>
                <a:cs typeface="Times New Roman" panose="02020603050405020304" pitchFamily="18" charset="0"/>
              </a:rPr>
              <a:t>4. </a:t>
            </a:r>
            <a:r>
              <a:rPr lang="en-US" altLang="en-US" sz="2000" dirty="0">
                <a:latin typeface="Times New Roman" panose="02020603050405020304" pitchFamily="18" charset="0"/>
                <a:cs typeface="Times New Roman" panose="02020603050405020304" pitchFamily="18" charset="0"/>
              </a:rPr>
              <a:t>FAO, The Future of Food and Agriculture – Trends and Challenges, Food and Agriculture Organization of the</a:t>
            </a:r>
          </a:p>
          <a:p>
            <a:pPr marL="590550" marR="5080" indent="-577850">
              <a:lnSpc>
                <a:spcPts val="3020"/>
              </a:lnSpc>
              <a:spcBef>
                <a:spcPts val="480"/>
              </a:spcBef>
            </a:pPr>
            <a:r>
              <a:rPr lang="en-US" altLang="en-US" sz="2000" dirty="0">
                <a:latin typeface="Times New Roman" panose="02020603050405020304" pitchFamily="18" charset="0"/>
                <a:cs typeface="Times New Roman" panose="02020603050405020304" pitchFamily="18" charset="0"/>
              </a:rPr>
              <a:t>United Nations, 2017.</a:t>
            </a:r>
          </a:p>
          <a:p>
            <a:pPr marL="590550" marR="5080" indent="-577850">
              <a:lnSpc>
                <a:spcPts val="3020"/>
              </a:lnSpc>
              <a:spcBef>
                <a:spcPts val="480"/>
              </a:spcBef>
            </a:pPr>
            <a:r>
              <a:rPr lang="en-IN" altLang="en-US" sz="2000" b="1" dirty="0">
                <a:latin typeface="Times New Roman" panose="02020603050405020304" pitchFamily="18" charset="0"/>
                <a:cs typeface="Times New Roman" panose="02020603050405020304" pitchFamily="18" charset="0"/>
              </a:rPr>
              <a:t>5. </a:t>
            </a:r>
            <a:r>
              <a:rPr lang="en-US" altLang="en-US" sz="2000" dirty="0">
                <a:latin typeface="Times New Roman" panose="02020603050405020304" pitchFamily="18" charset="0"/>
                <a:cs typeface="Times New Roman" panose="02020603050405020304" pitchFamily="18" charset="0"/>
              </a:rPr>
              <a:t>Reddy, K. J., &amp; Kumar, M., “Machine Learning Techniques for Soil Moisture Prediction,” International Journal of</a:t>
            </a:r>
          </a:p>
          <a:p>
            <a:pPr marL="590550" marR="5080" indent="-577850">
              <a:lnSpc>
                <a:spcPts val="3020"/>
              </a:lnSpc>
              <a:spcBef>
                <a:spcPts val="480"/>
              </a:spcBef>
            </a:pPr>
            <a:r>
              <a:rPr lang="en-US" altLang="en-US" sz="2000" dirty="0">
                <a:latin typeface="Times New Roman" panose="02020603050405020304" pitchFamily="18" charset="0"/>
                <a:cs typeface="Times New Roman" panose="02020603050405020304" pitchFamily="18" charset="0"/>
              </a:rPr>
              <a:t>Advanced</a:t>
            </a: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Research in Computer Science, 2020.</a:t>
            </a:r>
          </a:p>
        </p:txBody>
      </p:sp>
      <p:sp>
        <p:nvSpPr>
          <p:cNvPr id="13"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4"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07F7703F-A8A3-4941-9DFD-FC51DCAEEB34}"/>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7374" y="253384"/>
            <a:ext cx="8136255" cy="1367041"/>
          </a:xfrm>
          <a:prstGeom prst="rect">
            <a:avLst/>
          </a:prstGeom>
        </p:spPr>
        <p:txBody>
          <a:bodyPr vert="horz" wrap="square" lIns="0" tIns="12700" rIns="0" bIns="0" rtlCol="0">
            <a:spAutoFit/>
          </a:bodyPr>
          <a:lstStyle/>
          <a:p>
            <a:pPr marL="12700">
              <a:spcBef>
                <a:spcPts val="100"/>
              </a:spcBef>
              <a:tabLst>
                <a:tab pos="1966595" algn="l"/>
                <a:tab pos="5348605" algn="l"/>
                <a:tab pos="6511925" algn="l"/>
              </a:tabLst>
            </a:pPr>
            <a:r>
              <a:rPr lang="en-US" b="1" dirty="0" err="1">
                <a:latin typeface="Times New Roman" panose="02020603050405020304" pitchFamily="18" charset="0"/>
                <a:cs typeface="Times New Roman" panose="02020603050405020304" pitchFamily="18" charset="0"/>
              </a:rPr>
              <a:t>Github</a:t>
            </a:r>
            <a:r>
              <a:rPr lang="en-US" b="1" dirty="0">
                <a:latin typeface="Times New Roman" panose="02020603050405020304" pitchFamily="18" charset="0"/>
                <a:cs typeface="Times New Roman" panose="02020603050405020304" pitchFamily="18" charset="0"/>
              </a:rPr>
              <a:t> link</a:t>
            </a:r>
            <a:br>
              <a:rPr lang="en-US" dirty="0">
                <a:latin typeface="Times New Roman" panose="02020603050405020304" pitchFamily="18" charset="0"/>
                <a:cs typeface="Times New Roman" panose="02020603050405020304" pitchFamily="18" charset="0"/>
              </a:rPr>
            </a:br>
            <a:endParaRPr b="1" spc="-10" dirty="0"/>
          </a:p>
        </p:txBody>
      </p:sp>
      <p:sp>
        <p:nvSpPr>
          <p:cNvPr id="15" name="object 15"/>
          <p:cNvSpPr txBox="1"/>
          <p:nvPr/>
        </p:nvSpPr>
        <p:spPr>
          <a:xfrm>
            <a:off x="7147577" y="6629311"/>
            <a:ext cx="43586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18</a:t>
            </a:fld>
            <a:endParaRPr spc="-25" dirty="0"/>
          </a:p>
        </p:txBody>
      </p:sp>
      <p:sp>
        <p:nvSpPr>
          <p:cNvPr id="17"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18"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33B5ADB-59A4-4ED3-9BA3-95BFBD9EC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535" y="1203500"/>
            <a:ext cx="11058665" cy="5006663"/>
          </a:xfrm>
          <a:prstGeom prst="rect">
            <a:avLst/>
          </a:prstGeom>
        </p:spPr>
      </p:pic>
      <p:sp>
        <p:nvSpPr>
          <p:cNvPr id="13" name="object 7">
            <a:extLst>
              <a:ext uri="{FF2B5EF4-FFF2-40B4-BE49-F238E27FC236}">
                <a16:creationId xmlns:a16="http://schemas.microsoft.com/office/drawing/2014/main" id="{7DBC4836-9759-4868-8E3C-18C5A001563D}"/>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7147577" y="66293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19</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panose="02020603050405020304"/>
                <a:cs typeface="Times New Roman" panose="02020603050405020304"/>
              </a:rPr>
              <a:t>Any</a:t>
            </a:r>
            <a:r>
              <a:rPr sz="9600" i="1" spc="-30" dirty="0">
                <a:solidFill>
                  <a:srgbClr val="FF6600"/>
                </a:solidFill>
                <a:latin typeface="Times New Roman" panose="02020603050405020304"/>
                <a:cs typeface="Times New Roman" panose="02020603050405020304"/>
              </a:rPr>
              <a:t> </a:t>
            </a:r>
            <a:r>
              <a:rPr sz="9600" i="1" spc="-10" dirty="0">
                <a:solidFill>
                  <a:srgbClr val="FF6600"/>
                </a:solidFill>
                <a:latin typeface="Times New Roman" panose="02020603050405020304"/>
                <a:cs typeface="Times New Roman" panose="02020603050405020304"/>
              </a:rPr>
              <a:t>Queries?</a:t>
            </a:r>
            <a:endParaRPr sz="9600">
              <a:latin typeface="Times New Roman" panose="02020603050405020304"/>
              <a:cs typeface="Times New Roman" panose="02020603050405020304"/>
            </a:endParaRPr>
          </a:p>
        </p:txBody>
      </p:sp>
      <p:sp>
        <p:nvSpPr>
          <p:cNvPr id="8"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9"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11" name="object 2"/>
          <p:cNvSpPr txBox="1"/>
          <p:nvPr/>
        </p:nvSpPr>
        <p:spPr>
          <a:xfrm>
            <a:off x="1524000" y="-52301"/>
            <a:ext cx="8534400" cy="258445"/>
          </a:xfrm>
          <a:prstGeom prst="rect">
            <a:avLst/>
          </a:prstGeom>
        </p:spPr>
        <p:txBody>
          <a:bodyPr vert="horz" wrap="square" lIns="0" tIns="12700" rIns="0" bIns="0" rtlCol="0">
            <a:spAutoFit/>
          </a:bodyPr>
          <a:lstStyle/>
          <a:p>
            <a:pPr marL="12700" algn="ctr">
              <a:lnSpc>
                <a:spcPct val="100000"/>
              </a:lnSpc>
              <a:spcBef>
                <a:spcPts val="100"/>
              </a:spcBef>
            </a:pPr>
            <a:endParaRPr sz="1600" dirty="0">
              <a:solidFill>
                <a:schemeClr val="bg1"/>
              </a:solidFill>
              <a:latin typeface="Times New Roman" panose="02020603050405020304" pitchFamily="18" charset="0"/>
              <a:cs typeface="Times New Roman" panose="02020603050405020304" pitchFamily="18" charset="0"/>
            </a:endParaRPr>
          </a:p>
        </p:txBody>
      </p:sp>
      <p:sp>
        <p:nvSpPr>
          <p:cNvPr id="24" name="object 2"/>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
        <p:nvSpPr>
          <p:cNvPr id="10" name="object 7">
            <a:extLst>
              <a:ext uri="{FF2B5EF4-FFF2-40B4-BE49-F238E27FC236}">
                <a16:creationId xmlns:a16="http://schemas.microsoft.com/office/drawing/2014/main" id="{7B2FA227-C9B7-4E96-8D70-2CFB2BC275B6}"/>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panose="02020603050405020304"/>
                <a:cs typeface="Times New Roman" panose="02020603050405020304"/>
              </a:rPr>
              <a:t>Srinivasa</a:t>
            </a:r>
            <a:r>
              <a:rPr sz="1600" cap="small" spc="70" dirty="0">
                <a:solidFill>
                  <a:srgbClr val="FFFFFF"/>
                </a:solidFill>
                <a:latin typeface="Times New Roman" panose="02020603050405020304"/>
                <a:cs typeface="Times New Roman" panose="02020603050405020304"/>
              </a:rPr>
              <a:t> </a:t>
            </a:r>
            <a:r>
              <a:rPr sz="1600" cap="small" spc="-120" dirty="0">
                <a:solidFill>
                  <a:srgbClr val="FFFFFF"/>
                </a:solidFill>
                <a:latin typeface="Times New Roman" panose="02020603050405020304"/>
                <a:cs typeface="Times New Roman" panose="02020603050405020304"/>
              </a:rPr>
              <a:t>Ramanujan</a:t>
            </a:r>
            <a:r>
              <a:rPr sz="1600" cap="small" spc="75" dirty="0">
                <a:solidFill>
                  <a:srgbClr val="FFFFFF"/>
                </a:solidFill>
                <a:latin typeface="Times New Roman" panose="02020603050405020304"/>
                <a:cs typeface="Times New Roman" panose="02020603050405020304"/>
              </a:rPr>
              <a:t> </a:t>
            </a:r>
            <a:r>
              <a:rPr sz="1600" cap="small" spc="-110" dirty="0">
                <a:solidFill>
                  <a:srgbClr val="FFFFFF"/>
                </a:solidFill>
                <a:latin typeface="Times New Roman" panose="02020603050405020304"/>
                <a:cs typeface="Times New Roman" panose="02020603050405020304"/>
              </a:rPr>
              <a:t>Institute</a:t>
            </a:r>
            <a:r>
              <a:rPr sz="1600" cap="small" spc="75" dirty="0">
                <a:solidFill>
                  <a:srgbClr val="FFFFFF"/>
                </a:solidFill>
                <a:latin typeface="Times New Roman" panose="02020603050405020304"/>
                <a:cs typeface="Times New Roman" panose="02020603050405020304"/>
              </a:rPr>
              <a:t> </a:t>
            </a:r>
            <a:r>
              <a:rPr sz="1600" cap="small" spc="-100" dirty="0">
                <a:solidFill>
                  <a:srgbClr val="FFFFFF"/>
                </a:solidFill>
                <a:latin typeface="Times New Roman" panose="02020603050405020304"/>
                <a:cs typeface="Times New Roman" panose="02020603050405020304"/>
              </a:rPr>
              <a:t>of</a:t>
            </a:r>
            <a:r>
              <a:rPr sz="1600" cap="small" spc="75" dirty="0">
                <a:solidFill>
                  <a:srgbClr val="FFFFFF"/>
                </a:solidFill>
                <a:latin typeface="Times New Roman" panose="02020603050405020304"/>
                <a:cs typeface="Times New Roman" panose="02020603050405020304"/>
              </a:rPr>
              <a:t> </a:t>
            </a:r>
            <a:r>
              <a:rPr sz="1600" cap="small" spc="-140" dirty="0">
                <a:solidFill>
                  <a:srgbClr val="FFFFFF"/>
                </a:solidFill>
                <a:latin typeface="Times New Roman" panose="02020603050405020304"/>
                <a:cs typeface="Times New Roman" panose="02020603050405020304"/>
              </a:rPr>
              <a:t>Technology</a:t>
            </a:r>
            <a:endParaRPr sz="1600" dirty="0">
              <a:latin typeface="Times New Roman" panose="02020603050405020304"/>
              <a:cs typeface="Times New Roman" panose="02020603050405020304"/>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20</a:t>
            </a:fld>
            <a:endParaRPr spc="-25" dirty="0"/>
          </a:p>
        </p:txBody>
      </p:sp>
      <p:sp>
        <p:nvSpPr>
          <p:cNvPr id="3" name="object 3"/>
          <p:cNvSpPr txBox="1">
            <a:spLocks noGrp="1"/>
          </p:cNvSpPr>
          <p:nvPr>
            <p:ph type="title"/>
          </p:nvPr>
        </p:nvSpPr>
        <p:spPr>
          <a:xfrm>
            <a:off x="2826638" y="2249889"/>
            <a:ext cx="6698362" cy="1486946"/>
          </a:xfrm>
          <a:prstGeom prst="rect">
            <a:avLst/>
          </a:prstGeom>
        </p:spPr>
        <p:txBody>
          <a:bodyPr vert="horz" wrap="square" lIns="0" tIns="12700" rIns="0" bIns="0" rtlCol="0">
            <a:spAutoFit/>
          </a:bodyPr>
          <a:lstStyle/>
          <a:p>
            <a:pPr marL="12700" marR="5080" algn="l">
              <a:lnSpc>
                <a:spcPct val="107000"/>
              </a:lnSpc>
              <a:spcBef>
                <a:spcPts val="100"/>
              </a:spcBef>
            </a:pPr>
            <a:r>
              <a:rPr sz="9600" i="1" spc="-10" dirty="0">
                <a:solidFill>
                  <a:srgbClr val="FF6600"/>
                </a:solidFill>
                <a:latin typeface="Times New Roman" panose="02020603050405020304"/>
                <a:cs typeface="Times New Roman" panose="02020603050405020304"/>
              </a:rPr>
              <a:t>Thank</a:t>
            </a:r>
            <a:r>
              <a:rPr lang="en-IN" sz="9600" i="1" spc="-10" dirty="0">
                <a:solidFill>
                  <a:srgbClr val="FF6600"/>
                </a:solidFill>
                <a:latin typeface="Times New Roman" panose="02020603050405020304"/>
                <a:cs typeface="Times New Roman" panose="02020603050405020304"/>
              </a:rPr>
              <a:t> </a:t>
            </a:r>
            <a:r>
              <a:rPr sz="9600" i="1" spc="-10" dirty="0">
                <a:solidFill>
                  <a:srgbClr val="FF6600"/>
                </a:solidFill>
                <a:latin typeface="Times New Roman" panose="02020603050405020304"/>
                <a:cs typeface="Times New Roman" panose="02020603050405020304"/>
              </a:rPr>
              <a:t>You!!!</a:t>
            </a:r>
            <a:endParaRPr sz="9600" dirty="0">
              <a:latin typeface="Times New Roman" panose="02020603050405020304"/>
              <a:cs typeface="Times New Roman" panose="02020603050405020304"/>
            </a:endParaRPr>
          </a:p>
        </p:txBody>
      </p:sp>
      <p:sp>
        <p:nvSpPr>
          <p:cNvPr id="8" name="object 9"/>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a:t>AI&amp;ML</a:t>
            </a:r>
            <a:r>
              <a:rPr cap="small" spc="-95" dirty="0"/>
              <a:t>)</a:t>
            </a:r>
          </a:p>
        </p:txBody>
      </p:sp>
      <p:sp>
        <p:nvSpPr>
          <p:cNvPr id="9" name="object 8"/>
          <p:cNvSpPr txBox="1">
            <a:spLocks noGrp="1"/>
          </p:cNvSpPr>
          <p:nvPr>
            <p:ph type="ftr" sz="quarter" idx="5"/>
          </p:nvPr>
        </p:nvSpPr>
        <p:spPr>
          <a:xfrm>
            <a:off x="141783" y="6629792"/>
            <a:ext cx="544830" cy="461665"/>
          </a:xfrm>
          <a:prstGeom prst="rect">
            <a:avLst/>
          </a:prstGeom>
        </p:spPr>
        <p:txBody>
          <a:bodyPr vert="horz" wrap="square" lIns="0" tIns="0" rIns="0" bIns="0" rtlCol="0">
            <a:spAutoFit/>
          </a:bodyPr>
          <a:lstStyle/>
          <a:p>
            <a:pPr marL="12700">
              <a:lnSpc>
                <a:spcPts val="1845"/>
              </a:lnSpc>
            </a:pPr>
            <a:r>
              <a:rPr lang="en-IN" spc="-25" dirty="0"/>
              <a:t>B - 08</a:t>
            </a:r>
          </a:p>
          <a:p>
            <a:pPr marL="12700">
              <a:lnSpc>
                <a:spcPts val="1845"/>
              </a:lnSpc>
            </a:pPr>
            <a:endParaRPr spc="-25" dirty="0"/>
          </a:p>
        </p:txBody>
      </p:sp>
      <p:sp>
        <p:nvSpPr>
          <p:cNvPr id="10" name="object 7">
            <a:extLst>
              <a:ext uri="{FF2B5EF4-FFF2-40B4-BE49-F238E27FC236}">
                <a16:creationId xmlns:a16="http://schemas.microsoft.com/office/drawing/2014/main" id="{93DF618F-89AB-4EB5-95C1-6BB9BBC2592D}"/>
              </a:ext>
            </a:extLst>
          </p:cNvPr>
          <p:cNvSpPr/>
          <p:nvPr/>
        </p:nvSpPr>
        <p:spPr>
          <a:xfrm>
            <a:off x="0" y="6634253"/>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IN" dirty="0">
                <a:solidFill>
                  <a:schemeClr val="bg1"/>
                </a:solidFill>
                <a:latin typeface="Times New Roman" panose="02020603050405020304" pitchFamily="18" charset="0"/>
                <a:cs typeface="Times New Roman" panose="02020603050405020304" pitchFamily="18" charset="0"/>
              </a:rPr>
              <a:t>B-09</a:t>
            </a:r>
            <a:endParaRPr dirty="0">
              <a:solidFill>
                <a:schemeClr val="bg1"/>
              </a:solidFill>
              <a:latin typeface="Times New Roman" panose="02020603050405020304" pitchFamily="18" charset="0"/>
              <a:cs typeface="Times New Roman" panose="02020603050405020304" pitchFamily="18" charset="0"/>
            </a:endParaRPr>
          </a:p>
        </p:txBody>
      </p:sp>
      <p:sp>
        <p:nvSpPr>
          <p:cNvPr id="13" name="object 2">
            <a:extLst>
              <a:ext uri="{FF2B5EF4-FFF2-40B4-BE49-F238E27FC236}">
                <a16:creationId xmlns:a16="http://schemas.microsoft.com/office/drawing/2014/main" id="{CD7C32E3-7396-425F-ABBE-75592977DCB2}"/>
              </a:ext>
            </a:extLst>
          </p:cNvPr>
          <p:cNvSpPr txBox="1"/>
          <p:nvPr/>
        </p:nvSpPr>
        <p:spPr>
          <a:xfrm>
            <a:off x="1752600" y="4215"/>
            <a:ext cx="8534400" cy="259045"/>
          </a:xfrm>
          <a:prstGeom prst="rect">
            <a:avLst/>
          </a:prstGeom>
        </p:spPr>
        <p:txBody>
          <a:bodyPr vert="horz" wrap="square" lIns="0" tIns="12700" rIns="0" bIns="0" rtlCol="0">
            <a:spAutoFit/>
          </a:bodyPr>
          <a:lstStyle/>
          <a:p>
            <a:pPr marL="12700" algn="ctr">
              <a:lnSpc>
                <a:spcPct val="100000"/>
              </a:lnSpc>
              <a:spcBef>
                <a:spcPts val="100"/>
              </a:spcBef>
            </a:pPr>
            <a:r>
              <a:rPr lang="en-IN" sz="1600" dirty="0">
                <a:solidFill>
                  <a:schemeClr val="bg1"/>
                </a:solidFill>
              </a:rPr>
              <a:t>Soil Digital Twin System for Smart Farming Applications</a:t>
            </a:r>
            <a:endParaRPr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2551</Words>
  <Application>Microsoft Office PowerPoint</Application>
  <PresentationFormat>Widescreen</PresentationFormat>
  <Paragraphs>366</Paragraphs>
  <Slides>20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Soil Digital Twin System for Smart Farming Applications Using IOT &amp; ML</vt:lpstr>
      <vt:lpstr>Contents</vt:lpstr>
      <vt:lpstr>Abstract</vt:lpstr>
      <vt:lpstr>Introduction </vt:lpstr>
      <vt:lpstr>Problem Statement</vt:lpstr>
      <vt:lpstr>Objectives:</vt:lpstr>
      <vt:lpstr>Proposed System </vt:lpstr>
      <vt:lpstr>Methodology</vt:lpstr>
      <vt:lpstr>Implementation Details</vt:lpstr>
      <vt:lpstr>Expected Outcomes   </vt:lpstr>
      <vt:lpstr>COMPONENTS   </vt:lpstr>
      <vt:lpstr>BLOCK DIAGRAM  </vt:lpstr>
      <vt:lpstr>Non – Recuring Budget Estimation  </vt:lpstr>
      <vt:lpstr>Recurring Budget Estimation  </vt:lpstr>
      <vt:lpstr>Sample code </vt:lpstr>
      <vt:lpstr>Project Execution Screenshots </vt:lpstr>
      <vt:lpstr>Reference </vt:lpstr>
      <vt:lpstr>Github link </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Energy-Efficient Classroom Lighting Using IoT and Real-Time WeatherData</dc:title>
  <dc:creator>Sreelatha Kogara</dc:creator>
  <cp:lastModifiedBy>Sreelatha Kogara</cp:lastModifiedBy>
  <cp:revision>42</cp:revision>
  <dcterms:created xsi:type="dcterms:W3CDTF">2025-09-12T04:18:00Z</dcterms:created>
  <dcterms:modified xsi:type="dcterms:W3CDTF">2026-04-07T16:58:41Z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2025-09-12T05:30:00Z</vt:filetime>
  </property>
  <property fmtid="{D5CDD505-2E9C-101B-9397-08002B2CF9AE}" pid="3" name="Creator">
    <vt:lpwstr>Google</vt:lpwstr>
  </property>
  <property fmtid="{D5CDD505-2E9C-101B-9397-08002B2CF9AE}" pid="4" name="LastSaved">
    <vt:filetime>2025-09-12T05:30:00Z</vt:filetime>
  </property>
  <property fmtid="{D5CDD505-2E9C-101B-9397-08002B2CF9AE}" pid="5" name="ICV">
    <vt:lpwstr>C9668E74AAF04860954F22637BDDC113_13</vt:lpwstr>
  </property>
  <property fmtid="{D5CDD505-2E9C-101B-9397-08002B2CF9AE}" pid="6" name="KSOProductBuildVer">
    <vt:lpwstr>1033-12.2.0.23196</vt:lpwstr>
  </property>
</Properties>
</file>